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34"/>
  </p:notesMasterIdLst>
  <p:sldIdLst>
    <p:sldId id="257" r:id="rId2"/>
    <p:sldId id="271" r:id="rId3"/>
    <p:sldId id="300" r:id="rId4"/>
    <p:sldId id="259" r:id="rId5"/>
    <p:sldId id="260" r:id="rId6"/>
    <p:sldId id="261" r:id="rId7"/>
    <p:sldId id="285" r:id="rId8"/>
    <p:sldId id="287" r:id="rId9"/>
    <p:sldId id="286" r:id="rId10"/>
    <p:sldId id="263" r:id="rId11"/>
    <p:sldId id="282" r:id="rId12"/>
    <p:sldId id="272" r:id="rId13"/>
    <p:sldId id="273" r:id="rId14"/>
    <p:sldId id="283" r:id="rId15"/>
    <p:sldId id="274" r:id="rId16"/>
    <p:sldId id="301" r:id="rId17"/>
    <p:sldId id="264" r:id="rId18"/>
    <p:sldId id="275" r:id="rId19"/>
    <p:sldId id="276" r:id="rId20"/>
    <p:sldId id="268" r:id="rId21"/>
    <p:sldId id="267" r:id="rId22"/>
    <p:sldId id="284" r:id="rId23"/>
    <p:sldId id="288" r:id="rId24"/>
    <p:sldId id="278" r:id="rId25"/>
    <p:sldId id="303" r:id="rId26"/>
    <p:sldId id="269" r:id="rId27"/>
    <p:sldId id="281" r:id="rId28"/>
    <p:sldId id="266" r:id="rId29"/>
    <p:sldId id="270" r:id="rId30"/>
    <p:sldId id="305" r:id="rId31"/>
    <p:sldId id="306" r:id="rId32"/>
    <p:sldId id="279" r:id="rId33"/>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CC0000"/>
    <a:srgbClr val="99000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2E1D3D30-A988-4D38-9F0A-AC2279AA0DCA}" v="23" dt="2022-06-07T09:51:50.144"/>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61" autoAdjust="0"/>
    <p:restoredTop sz="94660"/>
  </p:normalViewPr>
  <p:slideViewPr>
    <p:cSldViewPr>
      <p:cViewPr varScale="1">
        <p:scale>
          <a:sx n="78" d="100"/>
          <a:sy n="78" d="100"/>
        </p:scale>
        <p:origin x="1594" y="62"/>
      </p:cViewPr>
      <p:guideLst>
        <p:guide orient="horz" pos="2160"/>
        <p:guide pos="2880"/>
      </p:guideLst>
    </p:cSldViewPr>
  </p:slideViewPr>
  <p:notesTextViewPr>
    <p:cViewPr>
      <p:scale>
        <a:sx n="1" d="1"/>
        <a:sy n="1" d="1"/>
      </p:scale>
      <p:origin x="0" y="0"/>
    </p:cViewPr>
  </p:notesTextViewPr>
  <p:sorterViewPr>
    <p:cViewPr>
      <p:scale>
        <a:sx n="100" d="100"/>
        <a:sy n="100" d="100"/>
      </p:scale>
      <p:origin x="0" y="0"/>
    </p:cViewPr>
  </p:sorter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microsoft.com/office/2015/10/relationships/revisionInfo" Target="revisionInfo.xml"/><Relationship Id="rId21" Type="http://schemas.openxmlformats.org/officeDocument/2006/relationships/slide" Target="slides/slide20.xml"/><Relationship Id="rId34" Type="http://schemas.openxmlformats.org/officeDocument/2006/relationships/notesMaster" Target="notesMasters/notesMaster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presProps" Target="presProps.xml"/><Relationship Id="rId8" Type="http://schemas.openxmlformats.org/officeDocument/2006/relationships/slide" Target="slides/slide7.xml"/><Relationship Id="rId3" Type="http://schemas.openxmlformats.org/officeDocument/2006/relationships/slide" Target="slides/slide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IN" dirty="0"/>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3A23597B-99E9-4D89-B3A7-AF7269CF0CB0}" type="datetimeFigureOut">
              <a:rPr lang="en-IN" smtClean="0"/>
              <a:t>07-06-2022</a:t>
            </a:fld>
            <a:endParaRPr lang="en-IN" dirty="0"/>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IN" dirty="0"/>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IN" dirty="0"/>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A6E63E9F-17D9-4D9D-A155-C06C7C01E417}" type="slidenum">
              <a:rPr lang="en-IN" smtClean="0"/>
              <a:t>‹#›</a:t>
            </a:fld>
            <a:endParaRPr lang="en-IN" dirty="0"/>
          </a:p>
        </p:txBody>
      </p:sp>
    </p:spTree>
    <p:extLst>
      <p:ext uri="{BB962C8B-B14F-4D97-AF65-F5344CB8AC3E}">
        <p14:creationId xmlns:p14="http://schemas.microsoft.com/office/powerpoint/2010/main" val="197876746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10"/>
          </p:nvPr>
        </p:nvSpPr>
        <p:spPr/>
        <p:txBody>
          <a:bodyPr/>
          <a:lstStyle/>
          <a:p>
            <a:fld id="{20769F63-365D-4A0A-B033-A46EF4671CBB}" type="slidenum">
              <a:rPr lang="en-IN" smtClean="0"/>
              <a:t>1</a:t>
            </a:fld>
            <a:endParaRPr lang="en-IN" dirty="0"/>
          </a:p>
        </p:txBody>
      </p:sp>
      <p:sp>
        <p:nvSpPr>
          <p:cNvPr id="5" name="Footer Placeholder 4"/>
          <p:cNvSpPr>
            <a:spLocks noGrp="1"/>
          </p:cNvSpPr>
          <p:nvPr>
            <p:ph type="ftr" sz="quarter" idx="11"/>
          </p:nvPr>
        </p:nvSpPr>
        <p:spPr/>
        <p:txBody>
          <a:bodyPr/>
          <a:lstStyle/>
          <a:p>
            <a:r>
              <a:rPr lang="en-IN" dirty="0"/>
              <a:t>BATCH NO:  58                  PRESENTED DATE:</a:t>
            </a:r>
          </a:p>
        </p:txBody>
      </p:sp>
      <p:sp>
        <p:nvSpPr>
          <p:cNvPr id="6" name="Header Placeholder 5"/>
          <p:cNvSpPr>
            <a:spLocks noGrp="1"/>
          </p:cNvSpPr>
          <p:nvPr>
            <p:ph type="hdr" sz="quarter" idx="12"/>
          </p:nvPr>
        </p:nvSpPr>
        <p:spPr/>
        <p:txBody>
          <a:bodyPr/>
          <a:lstStyle/>
          <a:p>
            <a:r>
              <a:rPr lang="en-IN" dirty="0"/>
              <a:t>REVIEW-I</a:t>
            </a:r>
          </a:p>
        </p:txBody>
      </p:sp>
    </p:spTree>
    <p:extLst>
      <p:ext uri="{BB962C8B-B14F-4D97-AF65-F5344CB8AC3E}">
        <p14:creationId xmlns:p14="http://schemas.microsoft.com/office/powerpoint/2010/main" val="2012198412"/>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endParaRPr lang="en-IN"/>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IN"/>
          </a:p>
        </p:txBody>
      </p:sp>
      <p:sp>
        <p:nvSpPr>
          <p:cNvPr id="4" name="Date Placeholder 3"/>
          <p:cNvSpPr>
            <a:spLocks noGrp="1"/>
          </p:cNvSpPr>
          <p:nvPr>
            <p:ph type="dt" sz="half" idx="10"/>
          </p:nvPr>
        </p:nvSpPr>
        <p:spPr/>
        <p:txBody>
          <a:bodyPr/>
          <a:lstStyle/>
          <a:p>
            <a:fld id="{BA6DA363-769F-4536-A585-05649B49E1BA}" type="datetime1">
              <a:rPr lang="en-IN" smtClean="0"/>
              <a:t>07-06-2022</a:t>
            </a:fld>
            <a:endParaRPr lang="en-IN" dirty="0"/>
          </a:p>
        </p:txBody>
      </p:sp>
      <p:sp>
        <p:nvSpPr>
          <p:cNvPr id="5" name="Footer Placeholder 4"/>
          <p:cNvSpPr>
            <a:spLocks noGrp="1"/>
          </p:cNvSpPr>
          <p:nvPr>
            <p:ph type="ftr" sz="quarter" idx="11"/>
          </p:nvPr>
        </p:nvSpPr>
        <p:spPr/>
        <p:txBody>
          <a:bodyPr/>
          <a:lstStyle/>
          <a:p>
            <a:r>
              <a:rPr lang="en-IN" dirty="0"/>
              <a:t>BATCH NO:  58    DEPARTMENT OF COMPUTER SCIENCE &amp; ENGINEERING</a:t>
            </a:r>
          </a:p>
        </p:txBody>
      </p:sp>
      <p:sp>
        <p:nvSpPr>
          <p:cNvPr id="6" name="Slide Number Placeholder 5"/>
          <p:cNvSpPr>
            <a:spLocks noGrp="1"/>
          </p:cNvSpPr>
          <p:nvPr>
            <p:ph type="sldNum" sz="quarter" idx="12"/>
          </p:nvPr>
        </p:nvSpPr>
        <p:spPr/>
        <p:txBody>
          <a:bodyPr/>
          <a:lstStyle/>
          <a:p>
            <a:fld id="{669AD40C-E5A7-4132-A31D-54A4D1BB6E89}" type="slidenum">
              <a:rPr lang="en-IN" smtClean="0"/>
              <a:t>‹#›</a:t>
            </a:fld>
            <a:endParaRPr lang="en-IN" dirty="0"/>
          </a:p>
        </p:txBody>
      </p:sp>
    </p:spTree>
    <p:extLst>
      <p:ext uri="{BB962C8B-B14F-4D97-AF65-F5344CB8AC3E}">
        <p14:creationId xmlns:p14="http://schemas.microsoft.com/office/powerpoint/2010/main" val="198114756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IN"/>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p:cNvSpPr>
            <a:spLocks noGrp="1"/>
          </p:cNvSpPr>
          <p:nvPr>
            <p:ph type="dt" sz="half" idx="10"/>
          </p:nvPr>
        </p:nvSpPr>
        <p:spPr/>
        <p:txBody>
          <a:bodyPr/>
          <a:lstStyle/>
          <a:p>
            <a:fld id="{526DEE5C-195B-4209-9085-526B148D6B3E}" type="datetime1">
              <a:rPr lang="en-IN" smtClean="0"/>
              <a:t>07-06-2022</a:t>
            </a:fld>
            <a:endParaRPr lang="en-IN" dirty="0"/>
          </a:p>
        </p:txBody>
      </p:sp>
      <p:sp>
        <p:nvSpPr>
          <p:cNvPr id="5" name="Footer Placeholder 4"/>
          <p:cNvSpPr>
            <a:spLocks noGrp="1"/>
          </p:cNvSpPr>
          <p:nvPr>
            <p:ph type="ftr" sz="quarter" idx="11"/>
          </p:nvPr>
        </p:nvSpPr>
        <p:spPr/>
        <p:txBody>
          <a:bodyPr/>
          <a:lstStyle/>
          <a:p>
            <a:r>
              <a:rPr lang="en-IN" dirty="0"/>
              <a:t>BATCH NO:  58    DEPARTMENT OF COMPUTER SCIENCE &amp; ENGINEERING</a:t>
            </a:r>
          </a:p>
        </p:txBody>
      </p:sp>
      <p:sp>
        <p:nvSpPr>
          <p:cNvPr id="6" name="Slide Number Placeholder 5"/>
          <p:cNvSpPr>
            <a:spLocks noGrp="1"/>
          </p:cNvSpPr>
          <p:nvPr>
            <p:ph type="sldNum" sz="quarter" idx="12"/>
          </p:nvPr>
        </p:nvSpPr>
        <p:spPr/>
        <p:txBody>
          <a:bodyPr/>
          <a:lstStyle/>
          <a:p>
            <a:fld id="{669AD40C-E5A7-4132-A31D-54A4D1BB6E89}" type="slidenum">
              <a:rPr lang="en-IN" smtClean="0"/>
              <a:t>‹#›</a:t>
            </a:fld>
            <a:endParaRPr lang="en-IN" dirty="0"/>
          </a:p>
        </p:txBody>
      </p:sp>
    </p:spTree>
    <p:extLst>
      <p:ext uri="{BB962C8B-B14F-4D97-AF65-F5344CB8AC3E}">
        <p14:creationId xmlns:p14="http://schemas.microsoft.com/office/powerpoint/2010/main" val="58033761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endParaRPr lang="en-IN"/>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a:xfrm>
            <a:off x="251520" y="6356349"/>
            <a:ext cx="2133600" cy="365125"/>
          </a:xfrm>
        </p:spPr>
        <p:txBody>
          <a:bodyPr/>
          <a:lstStyle/>
          <a:p>
            <a:fld id="{08A00805-E3D1-44AE-9F79-6E27E8D11E6B}" type="datetime1">
              <a:rPr lang="en-IN" smtClean="0"/>
              <a:t>07-06-2022</a:t>
            </a:fld>
            <a:endParaRPr lang="en-IN" dirty="0"/>
          </a:p>
        </p:txBody>
      </p:sp>
      <p:sp>
        <p:nvSpPr>
          <p:cNvPr id="5" name="Footer Placeholder 4"/>
          <p:cNvSpPr>
            <a:spLocks noGrp="1"/>
          </p:cNvSpPr>
          <p:nvPr>
            <p:ph type="ftr" sz="quarter" idx="11"/>
          </p:nvPr>
        </p:nvSpPr>
        <p:spPr>
          <a:xfrm>
            <a:off x="2627784" y="6356350"/>
            <a:ext cx="3925416" cy="365125"/>
          </a:xfrm>
        </p:spPr>
        <p:txBody>
          <a:bodyPr/>
          <a:lstStyle/>
          <a:p>
            <a:r>
              <a:rPr lang="en-IN" dirty="0"/>
              <a:t>BATCH NO:  58    DEPARTMENT OF COMPUTER SCIENCE &amp; ENGINEERING</a:t>
            </a:r>
          </a:p>
        </p:txBody>
      </p:sp>
      <p:sp>
        <p:nvSpPr>
          <p:cNvPr id="6" name="Slide Number Placeholder 5"/>
          <p:cNvSpPr>
            <a:spLocks noGrp="1"/>
          </p:cNvSpPr>
          <p:nvPr>
            <p:ph type="sldNum" sz="quarter" idx="12"/>
          </p:nvPr>
        </p:nvSpPr>
        <p:spPr>
          <a:xfrm>
            <a:off x="6876256" y="6353467"/>
            <a:ext cx="2133600" cy="365125"/>
          </a:xfrm>
        </p:spPr>
        <p:txBody>
          <a:bodyPr/>
          <a:lstStyle/>
          <a:p>
            <a:fld id="{669AD40C-E5A7-4132-A31D-54A4D1BB6E89}" type="slidenum">
              <a:rPr lang="en-IN" smtClean="0"/>
              <a:t>‹#›</a:t>
            </a:fld>
            <a:endParaRPr lang="en-IN" dirty="0"/>
          </a:p>
        </p:txBody>
      </p:sp>
    </p:spTree>
    <p:extLst>
      <p:ext uri="{BB962C8B-B14F-4D97-AF65-F5344CB8AC3E}">
        <p14:creationId xmlns:p14="http://schemas.microsoft.com/office/powerpoint/2010/main" val="341381032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IN"/>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p:cNvSpPr>
            <a:spLocks noGrp="1"/>
          </p:cNvSpPr>
          <p:nvPr>
            <p:ph type="dt" sz="half" idx="10"/>
          </p:nvPr>
        </p:nvSpPr>
        <p:spPr/>
        <p:txBody>
          <a:bodyPr/>
          <a:lstStyle/>
          <a:p>
            <a:fld id="{D8AA0376-BD03-4456-8456-9D2801477B8A}" type="datetime1">
              <a:rPr lang="en-IN" smtClean="0"/>
              <a:t>07-06-2022</a:t>
            </a:fld>
            <a:endParaRPr lang="en-IN" dirty="0"/>
          </a:p>
        </p:txBody>
      </p:sp>
      <p:sp>
        <p:nvSpPr>
          <p:cNvPr id="6" name="Footer Placeholder 5"/>
          <p:cNvSpPr>
            <a:spLocks noGrp="1"/>
          </p:cNvSpPr>
          <p:nvPr>
            <p:ph type="ftr" sz="quarter" idx="11"/>
          </p:nvPr>
        </p:nvSpPr>
        <p:spPr/>
        <p:txBody>
          <a:bodyPr/>
          <a:lstStyle/>
          <a:p>
            <a:r>
              <a:rPr lang="en-IN" dirty="0"/>
              <a:t>BATCH NO:  58    DEPARTMENT OF COMPUTER SCIENCE &amp; ENGINEERING</a:t>
            </a:r>
          </a:p>
        </p:txBody>
      </p:sp>
      <p:sp>
        <p:nvSpPr>
          <p:cNvPr id="7" name="Slide Number Placeholder 6"/>
          <p:cNvSpPr>
            <a:spLocks noGrp="1"/>
          </p:cNvSpPr>
          <p:nvPr>
            <p:ph type="sldNum" sz="quarter" idx="12"/>
          </p:nvPr>
        </p:nvSpPr>
        <p:spPr/>
        <p:txBody>
          <a:bodyPr/>
          <a:lstStyle/>
          <a:p>
            <a:fld id="{669AD40C-E5A7-4132-A31D-54A4D1BB6E89}" type="slidenum">
              <a:rPr lang="en-IN" smtClean="0"/>
              <a:t>‹#›</a:t>
            </a:fld>
            <a:endParaRPr lang="en-IN" dirty="0"/>
          </a:p>
        </p:txBody>
      </p:sp>
    </p:spTree>
    <p:extLst>
      <p:ext uri="{BB962C8B-B14F-4D97-AF65-F5344CB8AC3E}">
        <p14:creationId xmlns:p14="http://schemas.microsoft.com/office/powerpoint/2010/main" val="5168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endParaRPr lang="en-IN"/>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6"/>
          <p:cNvSpPr>
            <a:spLocks noGrp="1"/>
          </p:cNvSpPr>
          <p:nvPr>
            <p:ph type="dt" sz="half" idx="10"/>
          </p:nvPr>
        </p:nvSpPr>
        <p:spPr/>
        <p:txBody>
          <a:bodyPr/>
          <a:lstStyle/>
          <a:p>
            <a:fld id="{06A259B2-5909-479A-86EA-B8E6D0B656E5}" type="datetime1">
              <a:rPr lang="en-IN" smtClean="0"/>
              <a:t>07-06-2022</a:t>
            </a:fld>
            <a:endParaRPr lang="en-IN" dirty="0"/>
          </a:p>
        </p:txBody>
      </p:sp>
      <p:sp>
        <p:nvSpPr>
          <p:cNvPr id="8" name="Footer Placeholder 7"/>
          <p:cNvSpPr>
            <a:spLocks noGrp="1"/>
          </p:cNvSpPr>
          <p:nvPr>
            <p:ph type="ftr" sz="quarter" idx="11"/>
          </p:nvPr>
        </p:nvSpPr>
        <p:spPr/>
        <p:txBody>
          <a:bodyPr/>
          <a:lstStyle/>
          <a:p>
            <a:r>
              <a:rPr lang="en-IN" dirty="0"/>
              <a:t>BATCH NO:  58    DEPARTMENT OF COMPUTER SCIENCE &amp; ENGINEERING</a:t>
            </a:r>
          </a:p>
        </p:txBody>
      </p:sp>
      <p:sp>
        <p:nvSpPr>
          <p:cNvPr id="9" name="Slide Number Placeholder 8"/>
          <p:cNvSpPr>
            <a:spLocks noGrp="1"/>
          </p:cNvSpPr>
          <p:nvPr>
            <p:ph type="sldNum" sz="quarter" idx="12"/>
          </p:nvPr>
        </p:nvSpPr>
        <p:spPr/>
        <p:txBody>
          <a:bodyPr/>
          <a:lstStyle/>
          <a:p>
            <a:fld id="{669AD40C-E5A7-4132-A31D-54A4D1BB6E89}" type="slidenum">
              <a:rPr lang="en-IN" smtClean="0"/>
              <a:t>‹#›</a:t>
            </a:fld>
            <a:endParaRPr lang="en-IN" dirty="0"/>
          </a:p>
        </p:txBody>
      </p:sp>
    </p:spTree>
    <p:extLst>
      <p:ext uri="{BB962C8B-B14F-4D97-AF65-F5344CB8AC3E}">
        <p14:creationId xmlns:p14="http://schemas.microsoft.com/office/powerpoint/2010/main" val="211879050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IN"/>
          </a:p>
        </p:txBody>
      </p:sp>
      <p:sp>
        <p:nvSpPr>
          <p:cNvPr id="3" name="Date Placeholder 2"/>
          <p:cNvSpPr>
            <a:spLocks noGrp="1"/>
          </p:cNvSpPr>
          <p:nvPr>
            <p:ph type="dt" sz="half" idx="10"/>
          </p:nvPr>
        </p:nvSpPr>
        <p:spPr/>
        <p:txBody>
          <a:bodyPr/>
          <a:lstStyle/>
          <a:p>
            <a:fld id="{14B8D5B8-FCD1-4494-B40C-0F9201435A46}" type="datetime1">
              <a:rPr lang="en-IN" smtClean="0"/>
              <a:t>07-06-2022</a:t>
            </a:fld>
            <a:endParaRPr lang="en-IN" dirty="0"/>
          </a:p>
        </p:txBody>
      </p:sp>
      <p:sp>
        <p:nvSpPr>
          <p:cNvPr id="4" name="Footer Placeholder 3"/>
          <p:cNvSpPr>
            <a:spLocks noGrp="1"/>
          </p:cNvSpPr>
          <p:nvPr>
            <p:ph type="ftr" sz="quarter" idx="11"/>
          </p:nvPr>
        </p:nvSpPr>
        <p:spPr/>
        <p:txBody>
          <a:bodyPr/>
          <a:lstStyle/>
          <a:p>
            <a:r>
              <a:rPr lang="en-IN" dirty="0"/>
              <a:t>BATCH NO:  58    DEPARTMENT OF COMPUTER SCIENCE &amp; ENGINEERING</a:t>
            </a:r>
          </a:p>
        </p:txBody>
      </p:sp>
      <p:sp>
        <p:nvSpPr>
          <p:cNvPr id="5" name="Slide Number Placeholder 4"/>
          <p:cNvSpPr>
            <a:spLocks noGrp="1"/>
          </p:cNvSpPr>
          <p:nvPr>
            <p:ph type="sldNum" sz="quarter" idx="12"/>
          </p:nvPr>
        </p:nvSpPr>
        <p:spPr/>
        <p:txBody>
          <a:bodyPr/>
          <a:lstStyle/>
          <a:p>
            <a:fld id="{669AD40C-E5A7-4132-A31D-54A4D1BB6E89}" type="slidenum">
              <a:rPr lang="en-IN" smtClean="0"/>
              <a:t>‹#›</a:t>
            </a:fld>
            <a:endParaRPr lang="en-IN" dirty="0"/>
          </a:p>
        </p:txBody>
      </p:sp>
    </p:spTree>
    <p:extLst>
      <p:ext uri="{BB962C8B-B14F-4D97-AF65-F5344CB8AC3E}">
        <p14:creationId xmlns:p14="http://schemas.microsoft.com/office/powerpoint/2010/main" val="190216393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C699F7AA-1DC8-40E9-BC7E-AD5661FFF492}" type="datetime1">
              <a:rPr lang="en-IN" smtClean="0"/>
              <a:t>07-06-2022</a:t>
            </a:fld>
            <a:endParaRPr lang="en-IN" dirty="0"/>
          </a:p>
        </p:txBody>
      </p:sp>
      <p:sp>
        <p:nvSpPr>
          <p:cNvPr id="3" name="Footer Placeholder 2"/>
          <p:cNvSpPr>
            <a:spLocks noGrp="1"/>
          </p:cNvSpPr>
          <p:nvPr>
            <p:ph type="ftr" sz="quarter" idx="11"/>
          </p:nvPr>
        </p:nvSpPr>
        <p:spPr/>
        <p:txBody>
          <a:bodyPr/>
          <a:lstStyle/>
          <a:p>
            <a:r>
              <a:rPr lang="en-IN" dirty="0"/>
              <a:t>BATCH NO:  58    DEPARTMENT OF COMPUTER SCIENCE &amp; ENGINEERING</a:t>
            </a:r>
          </a:p>
        </p:txBody>
      </p:sp>
      <p:sp>
        <p:nvSpPr>
          <p:cNvPr id="4" name="Slide Number Placeholder 3"/>
          <p:cNvSpPr>
            <a:spLocks noGrp="1"/>
          </p:cNvSpPr>
          <p:nvPr>
            <p:ph type="sldNum" sz="quarter" idx="12"/>
          </p:nvPr>
        </p:nvSpPr>
        <p:spPr/>
        <p:txBody>
          <a:bodyPr/>
          <a:lstStyle/>
          <a:p>
            <a:fld id="{669AD40C-E5A7-4132-A31D-54A4D1BB6E89}" type="slidenum">
              <a:rPr lang="en-IN" smtClean="0"/>
              <a:t>‹#›</a:t>
            </a:fld>
            <a:endParaRPr lang="en-IN" dirty="0"/>
          </a:p>
        </p:txBody>
      </p:sp>
    </p:spTree>
    <p:extLst>
      <p:ext uri="{BB962C8B-B14F-4D97-AF65-F5344CB8AC3E}">
        <p14:creationId xmlns:p14="http://schemas.microsoft.com/office/powerpoint/2010/main" val="51016444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endParaRPr lang="en-IN"/>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IN" dirty="0"/>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9342E248-904C-4342-9ACC-45977B3E8097}" type="datetime1">
              <a:rPr lang="en-IN" smtClean="0"/>
              <a:t>07-06-2022</a:t>
            </a:fld>
            <a:endParaRPr lang="en-IN" dirty="0"/>
          </a:p>
        </p:txBody>
      </p:sp>
      <p:sp>
        <p:nvSpPr>
          <p:cNvPr id="6" name="Footer Placeholder 5"/>
          <p:cNvSpPr>
            <a:spLocks noGrp="1"/>
          </p:cNvSpPr>
          <p:nvPr>
            <p:ph type="ftr" sz="quarter" idx="11"/>
          </p:nvPr>
        </p:nvSpPr>
        <p:spPr/>
        <p:txBody>
          <a:bodyPr/>
          <a:lstStyle/>
          <a:p>
            <a:r>
              <a:rPr lang="en-IN" dirty="0"/>
              <a:t>BATCH NO:  58    DEPARTMENT OF COMPUTER SCIENCE &amp; ENGINEERING</a:t>
            </a:r>
          </a:p>
        </p:txBody>
      </p:sp>
      <p:sp>
        <p:nvSpPr>
          <p:cNvPr id="7" name="Slide Number Placeholder 6"/>
          <p:cNvSpPr>
            <a:spLocks noGrp="1"/>
          </p:cNvSpPr>
          <p:nvPr>
            <p:ph type="sldNum" sz="quarter" idx="12"/>
          </p:nvPr>
        </p:nvSpPr>
        <p:spPr/>
        <p:txBody>
          <a:bodyPr/>
          <a:lstStyle/>
          <a:p>
            <a:fld id="{669AD40C-E5A7-4132-A31D-54A4D1BB6E89}" type="slidenum">
              <a:rPr lang="en-IN" smtClean="0"/>
              <a:t>‹#›</a:t>
            </a:fld>
            <a:endParaRPr lang="en-IN" dirty="0"/>
          </a:p>
        </p:txBody>
      </p:sp>
    </p:spTree>
    <p:extLst>
      <p:ext uri="{BB962C8B-B14F-4D97-AF65-F5344CB8AC3E}">
        <p14:creationId xmlns:p14="http://schemas.microsoft.com/office/powerpoint/2010/main" val="48703407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endParaRPr lang="en-IN"/>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dirty="0"/>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DE4663E3-F8C6-4E1A-880E-12A9EC39D0A4}" type="datetime1">
              <a:rPr lang="en-IN" smtClean="0"/>
              <a:t>07-06-2022</a:t>
            </a:fld>
            <a:endParaRPr lang="en-IN" dirty="0"/>
          </a:p>
        </p:txBody>
      </p:sp>
      <p:sp>
        <p:nvSpPr>
          <p:cNvPr id="6" name="Footer Placeholder 5"/>
          <p:cNvSpPr>
            <a:spLocks noGrp="1"/>
          </p:cNvSpPr>
          <p:nvPr>
            <p:ph type="ftr" sz="quarter" idx="11"/>
          </p:nvPr>
        </p:nvSpPr>
        <p:spPr/>
        <p:txBody>
          <a:bodyPr/>
          <a:lstStyle/>
          <a:p>
            <a:r>
              <a:rPr lang="en-IN" dirty="0"/>
              <a:t>BATCH NO:  58    DEPARTMENT OF COMPUTER SCIENCE &amp; ENGINEERING</a:t>
            </a:r>
          </a:p>
        </p:txBody>
      </p:sp>
      <p:sp>
        <p:nvSpPr>
          <p:cNvPr id="7" name="Slide Number Placeholder 6"/>
          <p:cNvSpPr>
            <a:spLocks noGrp="1"/>
          </p:cNvSpPr>
          <p:nvPr>
            <p:ph type="sldNum" sz="quarter" idx="12"/>
          </p:nvPr>
        </p:nvSpPr>
        <p:spPr/>
        <p:txBody>
          <a:bodyPr/>
          <a:lstStyle/>
          <a:p>
            <a:fld id="{669AD40C-E5A7-4132-A31D-54A4D1BB6E89}" type="slidenum">
              <a:rPr lang="en-IN" smtClean="0"/>
              <a:t>‹#›</a:t>
            </a:fld>
            <a:endParaRPr lang="en-IN" dirty="0"/>
          </a:p>
        </p:txBody>
      </p:sp>
    </p:spTree>
    <p:extLst>
      <p:ext uri="{BB962C8B-B14F-4D97-AF65-F5344CB8AC3E}">
        <p14:creationId xmlns:p14="http://schemas.microsoft.com/office/powerpoint/2010/main" val="309407007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IN"/>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p:cNvSpPr>
            <a:spLocks noGrp="1"/>
          </p:cNvSpPr>
          <p:nvPr>
            <p:ph type="dt" sz="half" idx="10"/>
          </p:nvPr>
        </p:nvSpPr>
        <p:spPr/>
        <p:txBody>
          <a:bodyPr/>
          <a:lstStyle/>
          <a:p>
            <a:fld id="{A7F2E8A3-6808-4ECB-90A8-23FB4F90A890}" type="datetime1">
              <a:rPr lang="en-IN" smtClean="0"/>
              <a:t>07-06-2022</a:t>
            </a:fld>
            <a:endParaRPr lang="en-IN" dirty="0"/>
          </a:p>
        </p:txBody>
      </p:sp>
      <p:sp>
        <p:nvSpPr>
          <p:cNvPr id="5" name="Footer Placeholder 4"/>
          <p:cNvSpPr>
            <a:spLocks noGrp="1"/>
          </p:cNvSpPr>
          <p:nvPr>
            <p:ph type="ftr" sz="quarter" idx="11"/>
          </p:nvPr>
        </p:nvSpPr>
        <p:spPr/>
        <p:txBody>
          <a:bodyPr/>
          <a:lstStyle/>
          <a:p>
            <a:r>
              <a:rPr lang="en-IN" dirty="0"/>
              <a:t>BATCH NO:  58    DEPARTMENT OF COMPUTER SCIENCE &amp; ENGINEERING</a:t>
            </a:r>
          </a:p>
        </p:txBody>
      </p:sp>
      <p:sp>
        <p:nvSpPr>
          <p:cNvPr id="6" name="Slide Number Placeholder 5"/>
          <p:cNvSpPr>
            <a:spLocks noGrp="1"/>
          </p:cNvSpPr>
          <p:nvPr>
            <p:ph type="sldNum" sz="quarter" idx="12"/>
          </p:nvPr>
        </p:nvSpPr>
        <p:spPr/>
        <p:txBody>
          <a:bodyPr/>
          <a:lstStyle/>
          <a:p>
            <a:fld id="{669AD40C-E5A7-4132-A31D-54A4D1BB6E89}" type="slidenum">
              <a:rPr lang="en-IN" smtClean="0"/>
              <a:t>‹#›</a:t>
            </a:fld>
            <a:endParaRPr lang="en-IN" dirty="0"/>
          </a:p>
        </p:txBody>
      </p:sp>
    </p:spTree>
    <p:extLst>
      <p:ext uri="{BB962C8B-B14F-4D97-AF65-F5344CB8AC3E}">
        <p14:creationId xmlns:p14="http://schemas.microsoft.com/office/powerpoint/2010/main" val="361413053"/>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endParaRPr lang="en-IN"/>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p:cNvSpPr>
            <a:spLocks noGrp="1"/>
          </p:cNvSpPr>
          <p:nvPr>
            <p:ph type="dt" sz="half" idx="10"/>
          </p:nvPr>
        </p:nvSpPr>
        <p:spPr/>
        <p:txBody>
          <a:bodyPr/>
          <a:lstStyle/>
          <a:p>
            <a:fld id="{BED1D602-7652-41E6-8E54-FEB20C9E5001}" type="datetime1">
              <a:rPr lang="en-IN" smtClean="0"/>
              <a:t>07-06-2022</a:t>
            </a:fld>
            <a:endParaRPr lang="en-IN" dirty="0"/>
          </a:p>
        </p:txBody>
      </p:sp>
      <p:sp>
        <p:nvSpPr>
          <p:cNvPr id="5" name="Footer Placeholder 4"/>
          <p:cNvSpPr>
            <a:spLocks noGrp="1"/>
          </p:cNvSpPr>
          <p:nvPr>
            <p:ph type="ftr" sz="quarter" idx="11"/>
          </p:nvPr>
        </p:nvSpPr>
        <p:spPr/>
        <p:txBody>
          <a:bodyPr/>
          <a:lstStyle/>
          <a:p>
            <a:r>
              <a:rPr lang="en-IN" dirty="0"/>
              <a:t>BATCH NO:  58    DEPARTMENT OF COMPUTER SCIENCE &amp; ENGINEERING</a:t>
            </a:r>
          </a:p>
        </p:txBody>
      </p:sp>
      <p:sp>
        <p:nvSpPr>
          <p:cNvPr id="6" name="Slide Number Placeholder 5"/>
          <p:cNvSpPr>
            <a:spLocks noGrp="1"/>
          </p:cNvSpPr>
          <p:nvPr>
            <p:ph type="sldNum" sz="quarter" idx="12"/>
          </p:nvPr>
        </p:nvSpPr>
        <p:spPr/>
        <p:txBody>
          <a:bodyPr/>
          <a:lstStyle/>
          <a:p>
            <a:fld id="{669AD40C-E5A7-4132-A31D-54A4D1BB6E89}" type="slidenum">
              <a:rPr lang="en-IN" smtClean="0"/>
              <a:t>‹#›</a:t>
            </a:fld>
            <a:endParaRPr lang="en-IN" dirty="0"/>
          </a:p>
        </p:txBody>
      </p:sp>
    </p:spTree>
    <p:extLst>
      <p:ext uri="{BB962C8B-B14F-4D97-AF65-F5344CB8AC3E}">
        <p14:creationId xmlns:p14="http://schemas.microsoft.com/office/powerpoint/2010/main" val="115950493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pn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endParaRPr lang="en-IN"/>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F4410C77-848B-4F1F-B383-63A05AF82216}" type="datetime1">
              <a:rPr lang="en-IN" smtClean="0"/>
              <a:t>07-06-2022</a:t>
            </a:fld>
            <a:endParaRPr lang="en-IN" dirty="0"/>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r>
              <a:rPr lang="en-IN" dirty="0"/>
              <a:t>BATCH NO:  58    DEPARTMENT OF COMPUTER SCIENCE &amp; ENGINEERING</a:t>
            </a:r>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669AD40C-E5A7-4132-A31D-54A4D1BB6E89}" type="slidenum">
              <a:rPr lang="en-IN" smtClean="0"/>
              <a:t>‹#›</a:t>
            </a:fld>
            <a:endParaRPr lang="en-IN" dirty="0"/>
          </a:p>
        </p:txBody>
      </p:sp>
      <p:pic>
        <p:nvPicPr>
          <p:cNvPr id="8" name="Picture 7">
            <a:extLst>
              <a:ext uri="{FF2B5EF4-FFF2-40B4-BE49-F238E27FC236}">
                <a16:creationId xmlns:a16="http://schemas.microsoft.com/office/drawing/2014/main" id="{EEEE36C1-ED18-4C35-8CA5-5A80BC523765}"/>
              </a:ext>
            </a:extLst>
          </p:cNvPr>
          <p:cNvPicPr>
            <a:picLocks noChangeAspect="1"/>
          </p:cNvPicPr>
          <p:nvPr userDrawn="1"/>
        </p:nvPicPr>
        <p:blipFill>
          <a:blip r:embed="rId13">
            <a:extLst>
              <a:ext uri="{28A0092B-C50C-407E-A947-70E740481C1C}">
                <a14:useLocalDpi xmlns:a14="http://schemas.microsoft.com/office/drawing/2010/main" val="0"/>
              </a:ext>
            </a:extLst>
          </a:blip>
          <a:stretch>
            <a:fillRect/>
          </a:stretch>
        </p:blipFill>
        <p:spPr>
          <a:xfrm>
            <a:off x="7823776" y="49790"/>
            <a:ext cx="1320224" cy="1320224"/>
          </a:xfrm>
          <a:prstGeom prst="rect">
            <a:avLst/>
          </a:prstGeom>
        </p:spPr>
      </p:pic>
    </p:spTree>
    <p:extLst>
      <p:ext uri="{BB962C8B-B14F-4D97-AF65-F5344CB8AC3E}">
        <p14:creationId xmlns:p14="http://schemas.microsoft.com/office/powerpoint/2010/main" val="1805384195"/>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hdr="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1.xml"/><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11.png"/><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image" Target="../media/image13.png"/><Relationship Id="rId1" Type="http://schemas.openxmlformats.org/officeDocument/2006/relationships/slideLayout" Target="../slideLayouts/slideLayout7.xml"/><Relationship Id="rId4" Type="http://schemas.openxmlformats.org/officeDocument/2006/relationships/image" Target="../media/image15.png"/></Relationships>
</file>

<file path=ppt/slides/_rels/slide23.xml.rels><?xml version="1.0" encoding="UTF-8" standalone="yes"?>
<Relationships xmlns="http://schemas.openxmlformats.org/package/2006/relationships"><Relationship Id="rId2" Type="http://schemas.openxmlformats.org/officeDocument/2006/relationships/hyperlink" Target="https://youtu.be/XRpZjBCuVHI" TargetMode="External"/><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3" Type="http://schemas.openxmlformats.org/officeDocument/2006/relationships/hyperlink" Target="https://www.researchgate.net/figure/The-Web-interface-for-emotion-recognition-from-speech_fig5_228774612" TargetMode="External"/><Relationship Id="rId2" Type="http://schemas.openxmlformats.org/officeDocument/2006/relationships/hyperlink" Target="https://extrudesign.com/speech-emotion-recognition/" TargetMode="External"/><Relationship Id="rId1" Type="http://schemas.openxmlformats.org/officeDocument/2006/relationships/slideLayout" Target="../slideLayouts/slideLayout2.xml"/><Relationship Id="rId6" Type="http://schemas.openxmlformats.org/officeDocument/2006/relationships/hyperlink" Target="https://youtu.be/uD-PFF4KQPA" TargetMode="External"/><Relationship Id="rId5" Type="http://schemas.openxmlformats.org/officeDocument/2006/relationships/hyperlink" Target="https://youtu.be/iWk9kYGQn_U" TargetMode="External"/><Relationship Id="rId4" Type="http://schemas.openxmlformats.org/officeDocument/2006/relationships/hyperlink" Target="https://youtu.be/26_qiXEa8lw" TargetMode="Externa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image" Target="../media/image17.png"/><Relationship Id="rId1" Type="http://schemas.openxmlformats.org/officeDocument/2006/relationships/slideLayout" Target="../slideLayouts/slideLayout2.xml"/><Relationship Id="rId4" Type="http://schemas.openxmlformats.org/officeDocument/2006/relationships/image" Target="../media/image19.png"/></Relationships>
</file>

<file path=ppt/slides/_rels/slide31.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descr="Logo VTU"/>
          <p:cNvPicPr/>
          <p:nvPr/>
        </p:nvPicPr>
        <p:blipFill>
          <a:blip r:embed="rId3">
            <a:extLst>
              <a:ext uri="{28A0092B-C50C-407E-A947-70E740481C1C}">
                <a14:useLocalDpi xmlns:a14="http://schemas.microsoft.com/office/drawing/2010/main" val="0"/>
              </a:ext>
            </a:extLst>
          </a:blip>
          <a:srcRect/>
          <a:stretch>
            <a:fillRect/>
          </a:stretch>
        </p:blipFill>
        <p:spPr bwMode="auto">
          <a:xfrm>
            <a:off x="1979712" y="548680"/>
            <a:ext cx="5040560" cy="1008112"/>
          </a:xfrm>
          <a:prstGeom prst="rect">
            <a:avLst/>
          </a:prstGeom>
          <a:noFill/>
          <a:ln>
            <a:noFill/>
          </a:ln>
        </p:spPr>
      </p:pic>
      <p:sp>
        <p:nvSpPr>
          <p:cNvPr id="4" name="Rectangle 3"/>
          <p:cNvSpPr/>
          <p:nvPr/>
        </p:nvSpPr>
        <p:spPr>
          <a:xfrm>
            <a:off x="755576" y="1700808"/>
            <a:ext cx="7848872" cy="369332"/>
          </a:xfrm>
          <a:prstGeom prst="rect">
            <a:avLst/>
          </a:prstGeom>
        </p:spPr>
        <p:txBody>
          <a:bodyPr wrap="square">
            <a:spAutoFit/>
          </a:bodyPr>
          <a:lstStyle/>
          <a:p>
            <a:pPr algn="ctr"/>
            <a:endParaRPr lang="en-IN" dirty="0"/>
          </a:p>
        </p:txBody>
      </p:sp>
      <p:sp>
        <p:nvSpPr>
          <p:cNvPr id="8" name="Rectangle 7"/>
          <p:cNvSpPr/>
          <p:nvPr/>
        </p:nvSpPr>
        <p:spPr>
          <a:xfrm>
            <a:off x="5004048" y="4869160"/>
            <a:ext cx="3923928" cy="1200329"/>
          </a:xfrm>
          <a:prstGeom prst="rect">
            <a:avLst/>
          </a:prstGeom>
        </p:spPr>
        <p:txBody>
          <a:bodyPr wrap="square">
            <a:spAutoFit/>
          </a:bodyPr>
          <a:lstStyle/>
          <a:p>
            <a:r>
              <a:rPr lang="en-IN" sz="1400" b="1" dirty="0">
                <a:latin typeface="Times New Roman" pitchFamily="18" charset="0"/>
                <a:cs typeface="Times New Roman" pitchFamily="18" charset="0"/>
              </a:rPr>
              <a:t>PRESENTED BY</a:t>
            </a:r>
          </a:p>
          <a:p>
            <a:pPr algn="ctr"/>
            <a:endParaRPr lang="en-IN" sz="1400" b="1" dirty="0">
              <a:latin typeface="Times New Roman" pitchFamily="18" charset="0"/>
              <a:cs typeface="Times New Roman" pitchFamily="18" charset="0"/>
            </a:endParaRPr>
          </a:p>
          <a:p>
            <a:r>
              <a:rPr lang="en-IN" sz="1400" b="1" dirty="0">
                <a:latin typeface="Times New Roman" pitchFamily="18" charset="0"/>
                <a:cs typeface="Times New Roman" pitchFamily="18" charset="0"/>
              </a:rPr>
              <a:t>1. M.SAHITH REDDY(12241)(</a:t>
            </a:r>
            <a:r>
              <a:rPr lang="en-US" sz="1400" b="1" spc="-5" dirty="0">
                <a:latin typeface="Times New Roman"/>
                <a:cs typeface="Times New Roman"/>
              </a:rPr>
              <a:t>18UECS0554</a:t>
            </a:r>
            <a:r>
              <a:rPr lang="en-IN" sz="1400" b="1" dirty="0">
                <a:latin typeface="Times New Roman" pitchFamily="18" charset="0"/>
                <a:cs typeface="Times New Roman" pitchFamily="18" charset="0"/>
              </a:rPr>
              <a:t>)</a:t>
            </a:r>
          </a:p>
          <a:p>
            <a:r>
              <a:rPr lang="en-IN" sz="1400" b="1" dirty="0">
                <a:latin typeface="Times New Roman" pitchFamily="18" charset="0"/>
                <a:cs typeface="Times New Roman" pitchFamily="18" charset="0"/>
              </a:rPr>
              <a:t>2. CH.BHARGAVI (14141)(</a:t>
            </a:r>
            <a:r>
              <a:rPr lang="en-US" sz="1400" b="1" spc="-5" dirty="0">
                <a:latin typeface="Times New Roman"/>
                <a:cs typeface="Times New Roman"/>
              </a:rPr>
              <a:t>18UECS0124</a:t>
            </a:r>
            <a:r>
              <a:rPr lang="en-IN" sz="1400" b="1" dirty="0">
                <a:latin typeface="Times New Roman" pitchFamily="18" charset="0"/>
                <a:cs typeface="Times New Roman" pitchFamily="18" charset="0"/>
              </a:rPr>
              <a:t>)</a:t>
            </a:r>
          </a:p>
          <a:p>
            <a:r>
              <a:rPr lang="en-IN" sz="1400" b="1" dirty="0">
                <a:latin typeface="Times New Roman" pitchFamily="18" charset="0"/>
                <a:cs typeface="Times New Roman" pitchFamily="18" charset="0"/>
              </a:rPr>
              <a:t>3. G.SWETHA  REDDY(14145)(18UECS0267)</a:t>
            </a:r>
          </a:p>
        </p:txBody>
      </p:sp>
      <p:sp>
        <p:nvSpPr>
          <p:cNvPr id="9" name="Rectangle 8"/>
          <p:cNvSpPr/>
          <p:nvPr/>
        </p:nvSpPr>
        <p:spPr>
          <a:xfrm>
            <a:off x="557808" y="4831998"/>
            <a:ext cx="2843808" cy="1238801"/>
          </a:xfrm>
          <a:prstGeom prst="rect">
            <a:avLst/>
          </a:prstGeom>
        </p:spPr>
        <p:txBody>
          <a:bodyPr wrap="square">
            <a:spAutoFit/>
          </a:bodyPr>
          <a:lstStyle/>
          <a:p>
            <a:r>
              <a:rPr lang="en-IN" sz="1400" b="1" dirty="0">
                <a:latin typeface="Times New Roman" pitchFamily="18" charset="0"/>
                <a:cs typeface="Times New Roman" pitchFamily="18" charset="0"/>
              </a:rPr>
              <a:t>SUPERVISED BY</a:t>
            </a:r>
          </a:p>
          <a:p>
            <a:endParaRPr lang="en-IN" sz="1400" b="1" dirty="0">
              <a:latin typeface="Times New Roman" pitchFamily="18" charset="0"/>
              <a:cs typeface="Times New Roman" pitchFamily="18" charset="0"/>
            </a:endParaRPr>
          </a:p>
          <a:p>
            <a:pPr marL="12700">
              <a:lnSpc>
                <a:spcPct val="100000"/>
              </a:lnSpc>
              <a:spcBef>
                <a:spcPts val="100"/>
              </a:spcBef>
            </a:pPr>
            <a:r>
              <a:rPr lang="en-US" sz="1400" b="1" spc="-25" dirty="0">
                <a:latin typeface="Times New Roman"/>
                <a:cs typeface="Times New Roman"/>
              </a:rPr>
              <a:t>M</a:t>
            </a:r>
            <a:r>
              <a:rPr lang="en-IN" sz="1400" b="1" spc="-25" dirty="0">
                <a:latin typeface="Times New Roman"/>
                <a:cs typeface="Times New Roman"/>
              </a:rPr>
              <a:t>rs. Femi.D</a:t>
            </a:r>
          </a:p>
          <a:p>
            <a:pPr marL="12700">
              <a:spcBef>
                <a:spcPts val="100"/>
              </a:spcBef>
            </a:pPr>
            <a:r>
              <a:rPr lang="en-IN" sz="1400" b="1" spc="-25" dirty="0">
                <a:latin typeface="Times New Roman"/>
                <a:cs typeface="Times New Roman"/>
              </a:rPr>
              <a:t>Assistant Professor</a:t>
            </a:r>
            <a:endParaRPr lang="en-IN" sz="1400" dirty="0">
              <a:latin typeface="Times New Roman"/>
              <a:cs typeface="Times New Roman"/>
            </a:endParaRPr>
          </a:p>
          <a:p>
            <a:pPr marL="12700">
              <a:lnSpc>
                <a:spcPct val="100000"/>
              </a:lnSpc>
              <a:spcBef>
                <a:spcPts val="100"/>
              </a:spcBef>
            </a:pPr>
            <a:endParaRPr lang="en-IN" sz="1400" b="1" spc="-25" dirty="0">
              <a:latin typeface="Times New Roman"/>
              <a:cs typeface="Times New Roman"/>
            </a:endParaRPr>
          </a:p>
        </p:txBody>
      </p:sp>
      <p:sp>
        <p:nvSpPr>
          <p:cNvPr id="10" name="Slide Number Placeholder 9"/>
          <p:cNvSpPr>
            <a:spLocks noGrp="1"/>
          </p:cNvSpPr>
          <p:nvPr>
            <p:ph type="sldNum" sz="quarter" idx="12"/>
          </p:nvPr>
        </p:nvSpPr>
        <p:spPr/>
        <p:txBody>
          <a:bodyPr/>
          <a:lstStyle/>
          <a:p>
            <a:fld id="{FA00FD27-8DB0-4CB2-BD37-BEA95C6A1008}" type="slidenum">
              <a:rPr lang="en-IN" smtClean="0"/>
              <a:t>1</a:t>
            </a:fld>
            <a:endParaRPr lang="en-IN" dirty="0"/>
          </a:p>
        </p:txBody>
      </p:sp>
      <p:sp>
        <p:nvSpPr>
          <p:cNvPr id="11" name="Footer Placeholder 10"/>
          <p:cNvSpPr>
            <a:spLocks noGrp="1"/>
          </p:cNvSpPr>
          <p:nvPr>
            <p:ph type="ftr" sz="quarter" idx="11"/>
          </p:nvPr>
        </p:nvSpPr>
        <p:spPr>
          <a:xfrm>
            <a:off x="2503659" y="6309320"/>
            <a:ext cx="4544144" cy="365125"/>
          </a:xfrm>
        </p:spPr>
        <p:txBody>
          <a:bodyPr/>
          <a:lstStyle/>
          <a:p>
            <a:r>
              <a:rPr lang="en-IN" dirty="0"/>
              <a:t>BATCH NO:  58    DEPARTMENT OF COMPUTER SCIENCE &amp; ENGINEERING</a:t>
            </a:r>
          </a:p>
        </p:txBody>
      </p:sp>
      <p:sp>
        <p:nvSpPr>
          <p:cNvPr id="2" name="Date Placeholder 1">
            <a:extLst>
              <a:ext uri="{FF2B5EF4-FFF2-40B4-BE49-F238E27FC236}">
                <a16:creationId xmlns:a16="http://schemas.microsoft.com/office/drawing/2014/main" id="{6D511147-AFFF-4453-A241-C7169518B0E5}"/>
              </a:ext>
            </a:extLst>
          </p:cNvPr>
          <p:cNvSpPr>
            <a:spLocks noGrp="1"/>
          </p:cNvSpPr>
          <p:nvPr>
            <p:ph type="dt" sz="half" idx="10"/>
          </p:nvPr>
        </p:nvSpPr>
        <p:spPr/>
        <p:txBody>
          <a:bodyPr/>
          <a:lstStyle/>
          <a:p>
            <a:fld id="{696BFAAE-BFBD-42D0-94D0-858912CAA7FB}" type="datetime1">
              <a:rPr lang="en-IN" smtClean="0"/>
              <a:t>07-06-2022</a:t>
            </a:fld>
            <a:endParaRPr lang="en-IN" dirty="0"/>
          </a:p>
        </p:txBody>
      </p:sp>
      <p:sp>
        <p:nvSpPr>
          <p:cNvPr id="12" name="TextBox 11">
            <a:extLst>
              <a:ext uri="{FF2B5EF4-FFF2-40B4-BE49-F238E27FC236}">
                <a16:creationId xmlns:a16="http://schemas.microsoft.com/office/drawing/2014/main" id="{B56FAA03-744A-27A8-B644-16AC83D191CF}"/>
              </a:ext>
            </a:extLst>
          </p:cNvPr>
          <p:cNvSpPr txBox="1"/>
          <p:nvPr/>
        </p:nvSpPr>
        <p:spPr>
          <a:xfrm>
            <a:off x="-1188640" y="1598014"/>
            <a:ext cx="11113281" cy="3236527"/>
          </a:xfrm>
          <a:prstGeom prst="rect">
            <a:avLst/>
          </a:prstGeom>
          <a:noFill/>
        </p:spPr>
        <p:txBody>
          <a:bodyPr wrap="square">
            <a:spAutoFit/>
          </a:bodyPr>
          <a:lstStyle/>
          <a:p>
            <a:pPr marL="12065" marR="5080" algn="ctr">
              <a:lnSpc>
                <a:spcPct val="101600"/>
              </a:lnSpc>
              <a:spcBef>
                <a:spcPts val="70"/>
              </a:spcBef>
            </a:pPr>
            <a:r>
              <a:rPr lang="en-US" sz="1800" b="1" spc="-25" dirty="0">
                <a:latin typeface="Times New Roman"/>
                <a:cs typeface="Times New Roman"/>
              </a:rPr>
              <a:t>DEPARTMENT </a:t>
            </a:r>
            <a:r>
              <a:rPr lang="en-US" sz="1800" b="1" spc="-5" dirty="0">
                <a:latin typeface="Times New Roman"/>
                <a:cs typeface="Times New Roman"/>
              </a:rPr>
              <a:t>OF COMPUTER SCIENCE</a:t>
            </a:r>
            <a:r>
              <a:rPr lang="en-US" sz="1800" b="1" spc="-125" dirty="0">
                <a:latin typeface="Times New Roman"/>
                <a:cs typeface="Times New Roman"/>
              </a:rPr>
              <a:t> </a:t>
            </a:r>
            <a:r>
              <a:rPr lang="en-US" sz="1800" b="1" dirty="0">
                <a:latin typeface="Times New Roman"/>
                <a:cs typeface="Times New Roman"/>
              </a:rPr>
              <a:t>&amp;  </a:t>
            </a:r>
            <a:r>
              <a:rPr lang="en-US" sz="1800" b="1" spc="-5" dirty="0">
                <a:latin typeface="Times New Roman"/>
                <a:cs typeface="Times New Roman"/>
              </a:rPr>
              <a:t>ENGINEERING </a:t>
            </a:r>
          </a:p>
          <a:p>
            <a:pPr marL="12065" marR="5080" algn="ctr">
              <a:lnSpc>
                <a:spcPct val="101600"/>
              </a:lnSpc>
              <a:spcBef>
                <a:spcPts val="70"/>
              </a:spcBef>
            </a:pPr>
            <a:r>
              <a:rPr lang="en-US" sz="1800" b="1" spc="-5" dirty="0">
                <a:latin typeface="Times New Roman"/>
                <a:cs typeface="Times New Roman"/>
              </a:rPr>
              <a:t>SCHOOL OF COMPUTING</a:t>
            </a:r>
          </a:p>
          <a:p>
            <a:pPr marL="12065" marR="5080" algn="ctr">
              <a:lnSpc>
                <a:spcPct val="101600"/>
              </a:lnSpc>
              <a:spcBef>
                <a:spcPts val="70"/>
              </a:spcBef>
            </a:pPr>
            <a:r>
              <a:rPr lang="en-US" altLang="en-US" sz="1800" b="1" dirty="0">
                <a:latin typeface="Times New Roman" pitchFamily="18" charset="0"/>
                <a:ea typeface="Verdana" pitchFamily="34" charset="0"/>
              </a:rPr>
              <a:t>1156CS701- MAJOR PROJECT</a:t>
            </a:r>
            <a:r>
              <a:rPr lang="en-US" sz="1800" b="1" spc="-5" dirty="0">
                <a:latin typeface="Times New Roman"/>
                <a:cs typeface="Times New Roman"/>
              </a:rPr>
              <a:t>  </a:t>
            </a:r>
          </a:p>
          <a:p>
            <a:pPr marL="12065" marR="5080" algn="ctr">
              <a:lnSpc>
                <a:spcPct val="101600"/>
              </a:lnSpc>
              <a:spcBef>
                <a:spcPts val="70"/>
              </a:spcBef>
            </a:pPr>
            <a:r>
              <a:rPr lang="en-US" sz="1800" b="1" spc="-5" dirty="0">
                <a:latin typeface="Times New Roman"/>
                <a:cs typeface="Times New Roman"/>
              </a:rPr>
              <a:t>INTERNSHIP THROUGH PLACEMENT</a:t>
            </a:r>
          </a:p>
          <a:p>
            <a:pPr marL="12065" marR="5080" algn="ctr">
              <a:lnSpc>
                <a:spcPct val="101600"/>
              </a:lnSpc>
              <a:spcBef>
                <a:spcPts val="70"/>
              </a:spcBef>
            </a:pPr>
            <a:r>
              <a:rPr lang="en-US" sz="1800" b="1" spc="-5" dirty="0">
                <a:latin typeface="Times New Roman"/>
                <a:cs typeface="Times New Roman"/>
              </a:rPr>
              <a:t>COGNIZANT TECHNOLOGY SOLUTIONS</a:t>
            </a:r>
          </a:p>
          <a:p>
            <a:pPr marL="12065" marR="5080" algn="ctr">
              <a:lnSpc>
                <a:spcPct val="101600"/>
              </a:lnSpc>
              <a:spcBef>
                <a:spcPts val="70"/>
              </a:spcBef>
            </a:pPr>
            <a:r>
              <a:rPr lang="en-US" sz="1800" b="1" spc="-5" dirty="0">
                <a:latin typeface="Times New Roman"/>
                <a:cs typeface="Times New Roman"/>
              </a:rPr>
              <a:t>WINTER SEMESTER(21-22)  </a:t>
            </a:r>
          </a:p>
          <a:p>
            <a:pPr algn="ctr" eaLnBrk="1" hangingPunct="1"/>
            <a:r>
              <a:rPr lang="en-IN" altLang="en-US" sz="1800" b="1" dirty="0">
                <a:latin typeface="Times New Roman" panose="02020603050405020304" pitchFamily="18" charset="0"/>
                <a:ea typeface="Verdana" panose="020B0604030504040204" pitchFamily="34" charset="0"/>
                <a:cs typeface="Times New Roman" panose="02020603050405020304" pitchFamily="18" charset="0"/>
              </a:rPr>
              <a:t>SEMESTER END PROJECT VIVA VOCE EXAMINATIONS</a:t>
            </a:r>
          </a:p>
          <a:p>
            <a:pPr algn="ctr" eaLnBrk="1" hangingPunct="1"/>
            <a:endParaRPr lang="en-IN" altLang="en-US" sz="1800" b="1" dirty="0">
              <a:latin typeface="Times New Roman" panose="02020603050405020304" pitchFamily="18" charset="0"/>
              <a:ea typeface="Verdana" panose="020B0604030504040204" pitchFamily="34" charset="0"/>
              <a:cs typeface="Times New Roman" panose="02020603050405020304" pitchFamily="18" charset="0"/>
            </a:endParaRPr>
          </a:p>
          <a:p>
            <a:pPr algn="ctr" eaLnBrk="1" hangingPunct="1"/>
            <a:r>
              <a:rPr lang="en-IN" sz="1800" b="1" dirty="0">
                <a:latin typeface="Times New Roman" pitchFamily="18" charset="0"/>
                <a:cs typeface="Times New Roman" pitchFamily="18" charset="0"/>
              </a:rPr>
              <a:t>“HUMAN VOICE </a:t>
            </a:r>
            <a:r>
              <a:rPr lang="en-IN" sz="1800" b="1" dirty="0">
                <a:solidFill>
                  <a:srgbClr val="000000"/>
                </a:solidFill>
                <a:latin typeface="Times New Roman" panose="02020603050405020304" pitchFamily="18" charset="0"/>
                <a:ea typeface="Verdana" panose="020B0604030504040204" pitchFamily="34" charset="0"/>
                <a:cs typeface="Times New Roman" panose="02020603050405020304" pitchFamily="18" charset="0"/>
              </a:rPr>
              <a:t>EMOTION RECOGNITION USING </a:t>
            </a:r>
          </a:p>
          <a:p>
            <a:pPr algn="ctr"/>
            <a:r>
              <a:rPr lang="en-IN" sz="1800" b="1" dirty="0">
                <a:solidFill>
                  <a:srgbClr val="000000"/>
                </a:solidFill>
                <a:latin typeface="Times New Roman" panose="02020603050405020304" pitchFamily="18" charset="0"/>
                <a:ea typeface="Verdana" panose="020B0604030504040204" pitchFamily="34" charset="0"/>
                <a:cs typeface="Times New Roman" panose="02020603050405020304" pitchFamily="18" charset="0"/>
              </a:rPr>
              <a:t>MULTILAYER PERCEPTRON</a:t>
            </a:r>
            <a:r>
              <a:rPr lang="en-IN" sz="1800" b="1" dirty="0">
                <a:latin typeface="Times New Roman" pitchFamily="18" charset="0"/>
                <a:cs typeface="Times New Roman" pitchFamily="18" charset="0"/>
              </a:rPr>
              <a:t>”</a:t>
            </a:r>
            <a:endParaRPr lang="en-IN" sz="1800" dirty="0"/>
          </a:p>
          <a:p>
            <a:pPr algn="ctr" eaLnBrk="1" hangingPunct="1"/>
            <a:endParaRPr lang="en-IN" altLang="en-US" sz="1800" dirty="0">
              <a:ea typeface="Verdana" panose="020B0604030504040204" pitchFamily="34" charset="0"/>
              <a:cs typeface="Times New Roman" panose="02020603050405020304" pitchFamily="18" charset="0"/>
            </a:endParaRPr>
          </a:p>
        </p:txBody>
      </p:sp>
    </p:spTree>
    <p:extLst>
      <p:ext uri="{BB962C8B-B14F-4D97-AF65-F5344CB8AC3E}">
        <p14:creationId xmlns:p14="http://schemas.microsoft.com/office/powerpoint/2010/main" val="2427753890"/>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Date Placeholder 2">
            <a:extLst>
              <a:ext uri="{FF2B5EF4-FFF2-40B4-BE49-F238E27FC236}">
                <a16:creationId xmlns:a16="http://schemas.microsoft.com/office/drawing/2014/main" id="{ABC389A8-5CC5-41EC-A0F3-FA25EA2B46F5}"/>
              </a:ext>
            </a:extLst>
          </p:cNvPr>
          <p:cNvSpPr>
            <a:spLocks noGrp="1"/>
          </p:cNvSpPr>
          <p:nvPr>
            <p:ph type="dt" sz="half" idx="10"/>
          </p:nvPr>
        </p:nvSpPr>
        <p:spPr/>
        <p:txBody>
          <a:bodyPr/>
          <a:lstStyle/>
          <a:p>
            <a:fld id="{33C9BD83-C5A0-4E36-8C00-12B73EF25A5D}" type="datetime1">
              <a:rPr lang="en-IN" smtClean="0"/>
              <a:t>07-06-2022</a:t>
            </a:fld>
            <a:endParaRPr lang="en-IN" dirty="0"/>
          </a:p>
        </p:txBody>
      </p:sp>
      <p:sp>
        <p:nvSpPr>
          <p:cNvPr id="4" name="Footer Placeholder 3">
            <a:extLst>
              <a:ext uri="{FF2B5EF4-FFF2-40B4-BE49-F238E27FC236}">
                <a16:creationId xmlns:a16="http://schemas.microsoft.com/office/drawing/2014/main" id="{1E91FF6E-38D9-43EB-8A92-32D20D42C16E}"/>
              </a:ext>
            </a:extLst>
          </p:cNvPr>
          <p:cNvSpPr>
            <a:spLocks noGrp="1"/>
          </p:cNvSpPr>
          <p:nvPr>
            <p:ph type="ftr" sz="quarter" idx="11"/>
          </p:nvPr>
        </p:nvSpPr>
        <p:spPr/>
        <p:txBody>
          <a:bodyPr/>
          <a:lstStyle/>
          <a:p>
            <a:r>
              <a:rPr lang="en-IN" dirty="0"/>
              <a:t>BATCH NO:  58    DEPARTMENT OF COMPUTER SCIENCE &amp; ENGINEERING</a:t>
            </a:r>
          </a:p>
        </p:txBody>
      </p:sp>
      <p:sp>
        <p:nvSpPr>
          <p:cNvPr id="5" name="Slide Number Placeholder 4">
            <a:extLst>
              <a:ext uri="{FF2B5EF4-FFF2-40B4-BE49-F238E27FC236}">
                <a16:creationId xmlns:a16="http://schemas.microsoft.com/office/drawing/2014/main" id="{D14D24B7-5582-4180-BBD3-1C2F6EF30501}"/>
              </a:ext>
            </a:extLst>
          </p:cNvPr>
          <p:cNvSpPr>
            <a:spLocks noGrp="1"/>
          </p:cNvSpPr>
          <p:nvPr>
            <p:ph type="sldNum" sz="quarter" idx="12"/>
          </p:nvPr>
        </p:nvSpPr>
        <p:spPr/>
        <p:txBody>
          <a:bodyPr/>
          <a:lstStyle/>
          <a:p>
            <a:fld id="{669AD40C-E5A7-4132-A31D-54A4D1BB6E89}" type="slidenum">
              <a:rPr lang="en-IN" smtClean="0"/>
              <a:t>2</a:t>
            </a:fld>
            <a:endParaRPr lang="en-IN" dirty="0"/>
          </a:p>
        </p:txBody>
      </p:sp>
      <p:sp>
        <p:nvSpPr>
          <p:cNvPr id="6" name="TextBox 5">
            <a:extLst>
              <a:ext uri="{FF2B5EF4-FFF2-40B4-BE49-F238E27FC236}">
                <a16:creationId xmlns:a16="http://schemas.microsoft.com/office/drawing/2014/main" id="{FE8F6FA9-0205-4D57-BE0B-3A59B5D7C35A}"/>
              </a:ext>
            </a:extLst>
          </p:cNvPr>
          <p:cNvSpPr txBox="1"/>
          <p:nvPr/>
        </p:nvSpPr>
        <p:spPr>
          <a:xfrm>
            <a:off x="1403648" y="980728"/>
            <a:ext cx="5400600" cy="369332"/>
          </a:xfrm>
          <a:prstGeom prst="rect">
            <a:avLst/>
          </a:prstGeom>
          <a:noFill/>
        </p:spPr>
        <p:txBody>
          <a:bodyPr wrap="square" rtlCol="0">
            <a:spAutoFit/>
          </a:bodyPr>
          <a:lstStyle/>
          <a:p>
            <a:pPr algn="ctr"/>
            <a:r>
              <a:rPr lang="en-IN" b="1" dirty="0"/>
              <a:t>INDUSTRY DETAILS </a:t>
            </a:r>
          </a:p>
        </p:txBody>
      </p:sp>
      <p:sp>
        <p:nvSpPr>
          <p:cNvPr id="8" name="TextBox 7">
            <a:extLst>
              <a:ext uri="{FF2B5EF4-FFF2-40B4-BE49-F238E27FC236}">
                <a16:creationId xmlns:a16="http://schemas.microsoft.com/office/drawing/2014/main" id="{3F270743-440A-422F-9C2B-6BB4B8C3F5C9}"/>
              </a:ext>
            </a:extLst>
          </p:cNvPr>
          <p:cNvSpPr txBox="1"/>
          <p:nvPr/>
        </p:nvSpPr>
        <p:spPr>
          <a:xfrm>
            <a:off x="971600" y="2420888"/>
            <a:ext cx="7200800" cy="2123658"/>
          </a:xfrm>
          <a:prstGeom prst="rect">
            <a:avLst/>
          </a:prstGeom>
          <a:noFill/>
        </p:spPr>
        <p:txBody>
          <a:bodyPr wrap="square" rtlCol="0">
            <a:spAutoFit/>
          </a:bodyPr>
          <a:lstStyle/>
          <a:p>
            <a:pPr marL="342900" indent="-342900">
              <a:buAutoNum type="arabicPeriod"/>
            </a:pPr>
            <a:r>
              <a:rPr lang="en-IN" sz="2200" dirty="0">
                <a:latin typeface="Times New Roman" panose="02020603050405020304" pitchFamily="18" charset="0"/>
                <a:cs typeface="Times New Roman" panose="02020603050405020304" pitchFamily="18" charset="0"/>
              </a:rPr>
              <a:t>Industry Name/Institute Name :COGNIZANT</a:t>
            </a:r>
          </a:p>
          <a:p>
            <a:pPr marL="342900" indent="-342900">
              <a:buAutoNum type="arabicPeriod"/>
            </a:pPr>
            <a:r>
              <a:rPr lang="en-IN" sz="2200" dirty="0">
                <a:latin typeface="Times New Roman" panose="02020603050405020304" pitchFamily="18" charset="0"/>
                <a:cs typeface="Times New Roman" panose="02020603050405020304" pitchFamily="18" charset="0"/>
              </a:rPr>
              <a:t>Duration of Internship :Feb 2022-Jun 2022</a:t>
            </a:r>
          </a:p>
          <a:p>
            <a:pPr marL="342900" indent="-342900">
              <a:buAutoNum type="arabicPeriod"/>
            </a:pPr>
            <a:r>
              <a:rPr lang="en-IN" sz="2200" dirty="0">
                <a:latin typeface="Times New Roman" panose="02020603050405020304" pitchFamily="18" charset="0"/>
                <a:cs typeface="Times New Roman" panose="02020603050405020304" pitchFamily="18" charset="0"/>
              </a:rPr>
              <a:t>Duration of Internship :4 Months</a:t>
            </a:r>
          </a:p>
          <a:p>
            <a:pPr marL="342900" indent="-342900">
              <a:buAutoNum type="arabicPeriod"/>
            </a:pPr>
            <a:r>
              <a:rPr lang="en-IN" sz="2200" dirty="0">
                <a:latin typeface="Times New Roman" panose="02020603050405020304" pitchFamily="18" charset="0"/>
                <a:cs typeface="Times New Roman" panose="02020603050405020304" pitchFamily="18" charset="0"/>
              </a:rPr>
              <a:t>Industry Guide Name :  NATARAJAN MURALI-896154</a:t>
            </a:r>
          </a:p>
          <a:p>
            <a:pPr marL="342900" indent="-342900">
              <a:buFontTx/>
              <a:buAutoNum type="arabicPeriod"/>
            </a:pPr>
            <a:r>
              <a:rPr lang="en-IN" sz="2200" dirty="0">
                <a:latin typeface="Times New Roman" panose="02020603050405020304" pitchFamily="18" charset="0"/>
                <a:cs typeface="Times New Roman" panose="02020603050405020304" pitchFamily="18" charset="0"/>
              </a:rPr>
              <a:t>Industry Mobile Number : 9345093489</a:t>
            </a:r>
          </a:p>
          <a:p>
            <a:endParaRPr lang="en-IN" sz="22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41796992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oter Placeholder 1"/>
          <p:cNvSpPr>
            <a:spLocks noGrp="1"/>
          </p:cNvSpPr>
          <p:nvPr>
            <p:ph type="ftr" sz="quarter" idx="11"/>
          </p:nvPr>
        </p:nvSpPr>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IN" sz="1200" b="0" i="0" u="none" strike="noStrike" kern="1200" cap="none" spc="0" normalizeH="0" baseline="0" noProof="0">
                <a:ln>
                  <a:noFill/>
                </a:ln>
                <a:solidFill>
                  <a:prstClr val="black">
                    <a:tint val="75000"/>
                  </a:prstClr>
                </a:solidFill>
                <a:effectLst/>
                <a:uLnTx/>
                <a:uFillTx/>
                <a:latin typeface="Calibri"/>
                <a:ea typeface="+mn-ea"/>
                <a:cs typeface="+mn-cs"/>
              </a:rPr>
              <a:t>BATCH NO:     DEPARTMENT OF COMPUTER SCIENCE &amp; ENGINEERING</a:t>
            </a:r>
          </a:p>
        </p:txBody>
      </p:sp>
      <p:sp>
        <p:nvSpPr>
          <p:cNvPr id="3" name="Slide Number Placeholder 2"/>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FA00FD27-8DB0-4CB2-BD37-BEA95C6A1008}" type="slidenum">
              <a:rPr kumimoji="0" lang="en-IN" sz="1200" b="0" i="0" u="none" strike="noStrike" kern="1200" cap="none" spc="0" normalizeH="0" baseline="0" noProof="0" smtClean="0">
                <a:ln>
                  <a:noFill/>
                </a:ln>
                <a:solidFill>
                  <a:prstClr val="black">
                    <a:tint val="75000"/>
                  </a:prstClr>
                </a:solidFill>
                <a:effectLst/>
                <a:uLnTx/>
                <a:uFillTx/>
                <a:latin typeface="Calibri"/>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3</a:t>
            </a:fld>
            <a:endParaRPr kumimoji="0" lang="en-IN" sz="1200" b="0" i="0" u="none" strike="noStrike" kern="1200" cap="none" spc="0" normalizeH="0" baseline="0" noProof="0">
              <a:ln>
                <a:noFill/>
              </a:ln>
              <a:solidFill>
                <a:prstClr val="black">
                  <a:tint val="75000"/>
                </a:prstClr>
              </a:solidFill>
              <a:effectLst/>
              <a:uLnTx/>
              <a:uFillTx/>
              <a:latin typeface="Calibri"/>
              <a:ea typeface="+mn-ea"/>
              <a:cs typeface="+mn-cs"/>
            </a:endParaRPr>
          </a:p>
        </p:txBody>
      </p:sp>
      <p:sp>
        <p:nvSpPr>
          <p:cNvPr id="4" name="Title 1"/>
          <p:cNvSpPr txBox="1">
            <a:spLocks/>
          </p:cNvSpPr>
          <p:nvPr/>
        </p:nvSpPr>
        <p:spPr>
          <a:xfrm>
            <a:off x="457200" y="326593"/>
            <a:ext cx="8229600" cy="726143"/>
          </a:xfrm>
          <a:prstGeom prst="rect">
            <a:avLst/>
          </a:prstGeom>
        </p:spPr>
        <p:txBody>
          <a:bodyPr/>
          <a:lstStyle>
            <a:lvl1pPr algn="ctr" defTabSz="914400" rtl="0" eaLnBrk="1" latinLnBrk="0" hangingPunct="1">
              <a:spcBef>
                <a:spcPct val="0"/>
              </a:spcBef>
              <a:buNone/>
              <a:defRPr sz="4400" kern="1200">
                <a:solidFill>
                  <a:schemeClr val="tx1"/>
                </a:solidFill>
                <a:latin typeface="+mj-lt"/>
                <a:ea typeface="+mj-ea"/>
                <a:cs typeface="+mj-cs"/>
              </a:defRPr>
            </a:lvl1pPr>
          </a:lstStyle>
          <a:p>
            <a:pPr marL="0" marR="0" lvl="0" indent="0" algn="l" defTabSz="914400" rtl="0" eaLnBrk="1" fontAlgn="auto" latinLnBrk="0" hangingPunct="1">
              <a:lnSpc>
                <a:spcPct val="100000"/>
              </a:lnSpc>
              <a:spcBef>
                <a:spcPct val="0"/>
              </a:spcBef>
              <a:spcAft>
                <a:spcPts val="0"/>
              </a:spcAft>
              <a:buClrTx/>
              <a:buSzTx/>
              <a:buFontTx/>
              <a:buNone/>
              <a:tabLst/>
              <a:defRPr/>
            </a:pPr>
            <a:r>
              <a:rPr kumimoji="0" lang="en-IN" sz="2400" b="1" i="0" u="none" strike="noStrike" kern="1200" cap="none" spc="0" normalizeH="0" baseline="0" noProof="0" dirty="0">
                <a:ln>
                  <a:noFill/>
                </a:ln>
                <a:solidFill>
                  <a:prstClr val="black"/>
                </a:solidFill>
                <a:effectLst/>
                <a:uLnTx/>
                <a:uFillTx/>
                <a:latin typeface="Times New Roman" pitchFamily="18" charset="0"/>
                <a:ea typeface="+mj-ea"/>
                <a:cs typeface="Times New Roman" pitchFamily="18" charset="0"/>
              </a:rPr>
              <a:t>AGENDA</a:t>
            </a:r>
            <a:endParaRPr kumimoji="0" lang="en-IN" sz="4400" b="1" i="0" u="none" strike="noStrike" kern="1200" cap="none" spc="0" normalizeH="0" baseline="0" noProof="0" dirty="0">
              <a:ln>
                <a:noFill/>
              </a:ln>
              <a:solidFill>
                <a:prstClr val="black"/>
              </a:solidFill>
              <a:effectLst/>
              <a:uLnTx/>
              <a:uFillTx/>
              <a:latin typeface="Times New Roman" pitchFamily="18" charset="0"/>
              <a:ea typeface="+mj-ea"/>
              <a:cs typeface="Times New Roman" pitchFamily="18" charset="0"/>
            </a:endParaRPr>
          </a:p>
        </p:txBody>
      </p:sp>
      <p:sp>
        <p:nvSpPr>
          <p:cNvPr id="6" name="Content Placeholder 2"/>
          <p:cNvSpPr txBox="1">
            <a:spLocks/>
          </p:cNvSpPr>
          <p:nvPr/>
        </p:nvSpPr>
        <p:spPr>
          <a:xfrm>
            <a:off x="457200" y="1340768"/>
            <a:ext cx="8229600" cy="4525963"/>
          </a:xfrm>
          <a:prstGeom prst="rect">
            <a:avLst/>
          </a:prstGeom>
        </p:spPr>
        <p:txBody>
          <a:bodyPr>
            <a:normAutofit fontScale="47500" lnSpcReduction="20000"/>
          </a:bodyPr>
          <a:lst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342900" marR="0" lvl="0" indent="-342900" algn="l" defTabSz="914400" rtl="0" eaLnBrk="1" fontAlgn="auto" latinLnBrk="0" hangingPunct="1">
              <a:lnSpc>
                <a:spcPct val="150000"/>
              </a:lnSpc>
              <a:spcBef>
                <a:spcPct val="20000"/>
              </a:spcBef>
              <a:spcAft>
                <a:spcPts val="0"/>
              </a:spcAft>
              <a:buClrTx/>
              <a:buSzTx/>
              <a:buFont typeface="Arial" pitchFamily="34" charset="0"/>
              <a:buChar char="•"/>
              <a:tabLst/>
              <a:defRPr/>
            </a:pPr>
            <a:r>
              <a:rPr kumimoji="0" lang="en-IN" sz="2400" b="0" i="0" u="none" strike="noStrike" kern="1200" cap="none" spc="0" normalizeH="0" baseline="0" noProof="0" dirty="0">
                <a:ln>
                  <a:noFill/>
                </a:ln>
                <a:solidFill>
                  <a:prstClr val="black"/>
                </a:solidFill>
                <a:effectLst/>
                <a:uLnTx/>
                <a:uFillTx/>
                <a:latin typeface="Times New Roman" pitchFamily="18" charset="0"/>
                <a:ea typeface="+mn-ea"/>
                <a:cs typeface="Times New Roman" pitchFamily="18" charset="0"/>
              </a:rPr>
              <a:t>ABSTRACT</a:t>
            </a:r>
          </a:p>
          <a:p>
            <a:pPr marL="342900" marR="0" lvl="0" indent="-342900" algn="l" defTabSz="914400" rtl="0" eaLnBrk="1" fontAlgn="auto" latinLnBrk="0" hangingPunct="1">
              <a:lnSpc>
                <a:spcPct val="150000"/>
              </a:lnSpc>
              <a:spcBef>
                <a:spcPct val="20000"/>
              </a:spcBef>
              <a:spcAft>
                <a:spcPts val="0"/>
              </a:spcAft>
              <a:buClrTx/>
              <a:buSzTx/>
              <a:buFont typeface="Arial" pitchFamily="34" charset="0"/>
              <a:buChar char="•"/>
              <a:tabLst/>
              <a:defRPr/>
            </a:pPr>
            <a:r>
              <a:rPr kumimoji="0" lang="en-IN" sz="2400" b="0" i="0" u="none" strike="noStrike" kern="1200" cap="none" spc="0" normalizeH="0" baseline="0" noProof="0" dirty="0">
                <a:ln>
                  <a:noFill/>
                </a:ln>
                <a:solidFill>
                  <a:prstClr val="black"/>
                </a:solidFill>
                <a:effectLst/>
                <a:uLnTx/>
                <a:uFillTx/>
                <a:latin typeface="Times New Roman" pitchFamily="18" charset="0"/>
                <a:ea typeface="+mn-ea"/>
                <a:cs typeface="Times New Roman" pitchFamily="18" charset="0"/>
              </a:rPr>
              <a:t>OBJECTIVE</a:t>
            </a:r>
          </a:p>
          <a:p>
            <a:pPr marL="342900" marR="0" lvl="0" indent="-342900" algn="l" defTabSz="914400" rtl="0" eaLnBrk="1" fontAlgn="auto" latinLnBrk="0" hangingPunct="1">
              <a:lnSpc>
                <a:spcPct val="150000"/>
              </a:lnSpc>
              <a:spcBef>
                <a:spcPct val="20000"/>
              </a:spcBef>
              <a:spcAft>
                <a:spcPts val="0"/>
              </a:spcAft>
              <a:buClrTx/>
              <a:buSzTx/>
              <a:buFont typeface="Arial" pitchFamily="34" charset="0"/>
              <a:buChar char="•"/>
              <a:tabLst/>
              <a:defRPr/>
            </a:pPr>
            <a:r>
              <a:rPr kumimoji="0" lang="en-IN" sz="2400" b="0" i="0" u="none" strike="noStrike" kern="1200" cap="none" spc="0" normalizeH="0" baseline="0" noProof="0" dirty="0">
                <a:ln>
                  <a:noFill/>
                </a:ln>
                <a:solidFill>
                  <a:prstClr val="black"/>
                </a:solidFill>
                <a:effectLst/>
                <a:uLnTx/>
                <a:uFillTx/>
                <a:latin typeface="Times New Roman" pitchFamily="18" charset="0"/>
                <a:ea typeface="+mn-ea"/>
                <a:cs typeface="Times New Roman" pitchFamily="18" charset="0"/>
              </a:rPr>
              <a:t>INTRODUCTION</a:t>
            </a:r>
          </a:p>
          <a:p>
            <a:pPr marL="342900" marR="0" lvl="0" indent="-342900" algn="l" defTabSz="914400" rtl="0" eaLnBrk="1" fontAlgn="auto" latinLnBrk="0" hangingPunct="1">
              <a:lnSpc>
                <a:spcPct val="150000"/>
              </a:lnSpc>
              <a:spcBef>
                <a:spcPct val="20000"/>
              </a:spcBef>
              <a:spcAft>
                <a:spcPts val="0"/>
              </a:spcAft>
              <a:buClrTx/>
              <a:buSzTx/>
              <a:buFont typeface="Arial" pitchFamily="34" charset="0"/>
              <a:buChar char="•"/>
              <a:tabLst/>
              <a:defRPr/>
            </a:pPr>
            <a:r>
              <a:rPr kumimoji="0" lang="en-IN" sz="2400" b="0" i="0" u="none" strike="noStrike" kern="1200" cap="none" spc="0" normalizeH="0" baseline="0" noProof="0" dirty="0">
                <a:ln>
                  <a:noFill/>
                </a:ln>
                <a:solidFill>
                  <a:prstClr val="black"/>
                </a:solidFill>
                <a:effectLst/>
                <a:uLnTx/>
                <a:uFillTx/>
                <a:latin typeface="Times New Roman" pitchFamily="18" charset="0"/>
                <a:ea typeface="+mn-ea"/>
                <a:cs typeface="Times New Roman" pitchFamily="18" charset="0"/>
              </a:rPr>
              <a:t>LITERATURE REVIEW (SOFT COPY OF PAPERS TO BE LINKED AS HYPERLINK)</a:t>
            </a:r>
          </a:p>
          <a:p>
            <a:pPr marL="342900" marR="0" lvl="0" indent="-342900" algn="l" defTabSz="914400" rtl="0" eaLnBrk="1" fontAlgn="auto" latinLnBrk="0" hangingPunct="1">
              <a:lnSpc>
                <a:spcPct val="150000"/>
              </a:lnSpc>
              <a:spcBef>
                <a:spcPct val="20000"/>
              </a:spcBef>
              <a:spcAft>
                <a:spcPts val="0"/>
              </a:spcAft>
              <a:buClrTx/>
              <a:buSzTx/>
              <a:buFont typeface="Arial" pitchFamily="34" charset="0"/>
              <a:buChar char="•"/>
              <a:tabLst/>
              <a:defRPr/>
            </a:pPr>
            <a:r>
              <a:rPr kumimoji="0" lang="en-IN" sz="2400" b="0" i="0" u="none" strike="noStrike" kern="1200" cap="none" spc="0" normalizeH="0" baseline="0" noProof="0" dirty="0">
                <a:ln>
                  <a:noFill/>
                </a:ln>
                <a:solidFill>
                  <a:prstClr val="black"/>
                </a:solidFill>
                <a:effectLst/>
                <a:uLnTx/>
                <a:uFillTx/>
                <a:latin typeface="Times New Roman" pitchFamily="18" charset="0"/>
                <a:ea typeface="+mn-ea"/>
                <a:cs typeface="Times New Roman" pitchFamily="18" charset="0"/>
              </a:rPr>
              <a:t>DESIGN AND METHODOLOGIES</a:t>
            </a:r>
          </a:p>
          <a:p>
            <a:pPr marL="342900" marR="0" lvl="0" indent="-342900" algn="l" defTabSz="914400" rtl="0" eaLnBrk="1" fontAlgn="auto" latinLnBrk="0" hangingPunct="1">
              <a:lnSpc>
                <a:spcPct val="150000"/>
              </a:lnSpc>
              <a:spcBef>
                <a:spcPct val="20000"/>
              </a:spcBef>
              <a:spcAft>
                <a:spcPts val="0"/>
              </a:spcAft>
              <a:buClrTx/>
              <a:buSzTx/>
              <a:buFont typeface="Arial" pitchFamily="34" charset="0"/>
              <a:buChar char="•"/>
              <a:tabLst/>
              <a:defRPr/>
            </a:pPr>
            <a:r>
              <a:rPr kumimoji="0" lang="en-IN" sz="2400" b="0" i="0" u="none" strike="noStrike" kern="1200" cap="none" spc="0" normalizeH="0" baseline="0" noProof="0" dirty="0">
                <a:ln>
                  <a:noFill/>
                </a:ln>
                <a:solidFill>
                  <a:prstClr val="black"/>
                </a:solidFill>
                <a:effectLst/>
                <a:uLnTx/>
                <a:uFillTx/>
                <a:latin typeface="Times New Roman" pitchFamily="18" charset="0"/>
                <a:ea typeface="+mn-ea"/>
                <a:cs typeface="Times New Roman" pitchFamily="18" charset="0"/>
              </a:rPr>
              <a:t>STANDARDS &amp; POLICIES USED</a:t>
            </a:r>
          </a:p>
          <a:p>
            <a:pPr marL="342900" marR="0" lvl="0" indent="-342900" algn="l" defTabSz="914400" rtl="0" eaLnBrk="1" fontAlgn="auto" latinLnBrk="0" hangingPunct="1">
              <a:lnSpc>
                <a:spcPct val="150000"/>
              </a:lnSpc>
              <a:spcBef>
                <a:spcPct val="20000"/>
              </a:spcBef>
              <a:spcAft>
                <a:spcPts val="0"/>
              </a:spcAft>
              <a:buClrTx/>
              <a:buSzTx/>
              <a:buFont typeface="Arial" pitchFamily="34" charset="0"/>
              <a:buChar char="•"/>
              <a:tabLst/>
              <a:defRPr/>
            </a:pPr>
            <a:r>
              <a:rPr kumimoji="0" lang="en-IN" sz="2400" b="0" i="0" u="none" strike="noStrike" kern="1200" cap="none" spc="0" normalizeH="0" baseline="0" noProof="0" dirty="0">
                <a:ln>
                  <a:noFill/>
                </a:ln>
                <a:solidFill>
                  <a:prstClr val="black"/>
                </a:solidFill>
                <a:effectLst/>
                <a:uLnTx/>
                <a:uFillTx/>
                <a:latin typeface="Times New Roman" pitchFamily="18" charset="0"/>
                <a:ea typeface="+mn-ea"/>
                <a:cs typeface="Times New Roman" pitchFamily="18" charset="0"/>
              </a:rPr>
              <a:t>IMPLEMENTATION</a:t>
            </a:r>
          </a:p>
          <a:p>
            <a:pPr marL="342900" marR="0" lvl="0" indent="-342900" algn="l" defTabSz="914400" rtl="0" eaLnBrk="1" fontAlgn="auto" latinLnBrk="0" hangingPunct="1">
              <a:lnSpc>
                <a:spcPct val="150000"/>
              </a:lnSpc>
              <a:spcBef>
                <a:spcPct val="20000"/>
              </a:spcBef>
              <a:spcAft>
                <a:spcPts val="0"/>
              </a:spcAft>
              <a:buClrTx/>
              <a:buSzTx/>
              <a:buFont typeface="Arial" pitchFamily="34" charset="0"/>
              <a:buChar char="•"/>
              <a:tabLst/>
              <a:defRPr/>
            </a:pPr>
            <a:r>
              <a:rPr kumimoji="0" lang="en-IN" sz="2400" b="0" i="0" u="none" strike="noStrike" kern="1200" cap="none" spc="0" normalizeH="0" baseline="0" noProof="0" dirty="0">
                <a:ln>
                  <a:noFill/>
                </a:ln>
                <a:solidFill>
                  <a:prstClr val="black"/>
                </a:solidFill>
                <a:effectLst/>
                <a:uLnTx/>
                <a:uFillTx/>
                <a:latin typeface="Times New Roman" pitchFamily="18" charset="0"/>
                <a:ea typeface="+mn-ea"/>
                <a:cs typeface="Times New Roman" pitchFamily="18" charset="0"/>
              </a:rPr>
              <a:t>TESTING</a:t>
            </a:r>
          </a:p>
          <a:p>
            <a:pPr marL="342900" marR="0" lvl="0" indent="-342900" algn="l" defTabSz="914400" rtl="0" eaLnBrk="1" fontAlgn="auto" latinLnBrk="0" hangingPunct="1">
              <a:lnSpc>
                <a:spcPct val="150000"/>
              </a:lnSpc>
              <a:spcBef>
                <a:spcPct val="20000"/>
              </a:spcBef>
              <a:spcAft>
                <a:spcPts val="0"/>
              </a:spcAft>
              <a:buClrTx/>
              <a:buSzTx/>
              <a:buFont typeface="Arial" pitchFamily="34" charset="0"/>
              <a:buChar char="•"/>
              <a:tabLst/>
              <a:defRPr/>
            </a:pPr>
            <a:r>
              <a:rPr kumimoji="0" lang="en-IN" sz="2400" b="0" i="0" u="none" strike="noStrike" kern="1200" cap="none" spc="0" normalizeH="0" baseline="0" noProof="0" dirty="0">
                <a:ln>
                  <a:noFill/>
                </a:ln>
                <a:solidFill>
                  <a:prstClr val="black"/>
                </a:solidFill>
                <a:effectLst/>
                <a:uLnTx/>
                <a:uFillTx/>
                <a:latin typeface="Times New Roman" pitchFamily="18" charset="0"/>
                <a:ea typeface="+mn-ea"/>
                <a:cs typeface="Times New Roman" pitchFamily="18" charset="0"/>
              </a:rPr>
              <a:t>INPUT AND OUTPUT</a:t>
            </a:r>
          </a:p>
          <a:p>
            <a:pPr marL="342900" marR="0" lvl="0" indent="-342900" algn="l" defTabSz="914400" rtl="0" eaLnBrk="1" fontAlgn="auto" latinLnBrk="0" hangingPunct="1">
              <a:lnSpc>
                <a:spcPct val="150000"/>
              </a:lnSpc>
              <a:spcBef>
                <a:spcPct val="20000"/>
              </a:spcBef>
              <a:spcAft>
                <a:spcPts val="0"/>
              </a:spcAft>
              <a:buClrTx/>
              <a:buSzTx/>
              <a:buFont typeface="Arial" pitchFamily="34" charset="0"/>
              <a:buChar char="•"/>
              <a:tabLst/>
              <a:defRPr/>
            </a:pPr>
            <a:r>
              <a:rPr kumimoji="0" lang="en-IN" sz="2400" b="0" i="0" u="none" strike="noStrike" kern="1200" cap="none" spc="0" normalizeH="0" baseline="0" noProof="0" dirty="0">
                <a:ln>
                  <a:noFill/>
                </a:ln>
                <a:solidFill>
                  <a:prstClr val="black"/>
                </a:solidFill>
                <a:effectLst/>
                <a:uLnTx/>
                <a:uFillTx/>
                <a:latin typeface="Times New Roman" pitchFamily="18" charset="0"/>
                <a:ea typeface="+mn-ea"/>
                <a:cs typeface="Times New Roman" pitchFamily="18" charset="0"/>
              </a:rPr>
              <a:t>INCLUDE DEMO VIDEO (You Tube URL )</a:t>
            </a:r>
          </a:p>
          <a:p>
            <a:pPr marL="342900" marR="0" lvl="0" indent="-342900" algn="l" defTabSz="914400" rtl="0" eaLnBrk="1" fontAlgn="auto" latinLnBrk="0" hangingPunct="1">
              <a:lnSpc>
                <a:spcPct val="150000"/>
              </a:lnSpc>
              <a:spcBef>
                <a:spcPct val="20000"/>
              </a:spcBef>
              <a:spcAft>
                <a:spcPts val="0"/>
              </a:spcAft>
              <a:buClrTx/>
              <a:buSzTx/>
              <a:buFont typeface="Arial" pitchFamily="34" charset="0"/>
              <a:buChar char="•"/>
              <a:tabLst/>
              <a:defRPr/>
            </a:pPr>
            <a:r>
              <a:rPr kumimoji="0" lang="en-IN" sz="2400" b="0" i="0" u="none" strike="noStrike" kern="1200" cap="none" spc="0" normalizeH="0" baseline="0" noProof="0" dirty="0">
                <a:ln>
                  <a:noFill/>
                </a:ln>
                <a:solidFill>
                  <a:prstClr val="black"/>
                </a:solidFill>
                <a:effectLst/>
                <a:uLnTx/>
                <a:uFillTx/>
                <a:latin typeface="Times New Roman" pitchFamily="18" charset="0"/>
                <a:ea typeface="+mn-ea"/>
                <a:cs typeface="Times New Roman" pitchFamily="18" charset="0"/>
              </a:rPr>
              <a:t>CONCLUSION</a:t>
            </a:r>
          </a:p>
          <a:p>
            <a:pPr marL="342900" marR="0" lvl="0" indent="-342900" algn="l" defTabSz="914400" rtl="0" eaLnBrk="1" fontAlgn="auto" latinLnBrk="0" hangingPunct="1">
              <a:lnSpc>
                <a:spcPct val="150000"/>
              </a:lnSpc>
              <a:spcBef>
                <a:spcPct val="20000"/>
              </a:spcBef>
              <a:spcAft>
                <a:spcPts val="0"/>
              </a:spcAft>
              <a:buClrTx/>
              <a:buSzTx/>
              <a:buFont typeface="Arial" pitchFamily="34" charset="0"/>
              <a:buChar char="•"/>
              <a:tabLst/>
              <a:defRPr/>
            </a:pPr>
            <a:r>
              <a:rPr kumimoji="0" lang="en-IN" sz="2400" b="0" i="0" u="none" strike="noStrike" kern="1200" cap="none" spc="0" normalizeH="0" baseline="0" noProof="0" dirty="0">
                <a:ln>
                  <a:noFill/>
                </a:ln>
                <a:solidFill>
                  <a:prstClr val="black"/>
                </a:solidFill>
                <a:effectLst/>
                <a:uLnTx/>
                <a:uFillTx/>
                <a:latin typeface="Times New Roman" pitchFamily="18" charset="0"/>
                <a:ea typeface="+mn-ea"/>
                <a:cs typeface="Times New Roman" pitchFamily="18" charset="0"/>
              </a:rPr>
              <a:t>FUTURE ENHANCEMENTS</a:t>
            </a:r>
          </a:p>
          <a:p>
            <a:pPr marL="342900" marR="0" lvl="0" indent="-342900" algn="l" defTabSz="914400" rtl="0" eaLnBrk="1" fontAlgn="auto" latinLnBrk="0" hangingPunct="1">
              <a:lnSpc>
                <a:spcPct val="150000"/>
              </a:lnSpc>
              <a:spcBef>
                <a:spcPct val="20000"/>
              </a:spcBef>
              <a:spcAft>
                <a:spcPts val="0"/>
              </a:spcAft>
              <a:buClrTx/>
              <a:buSzTx/>
              <a:buFont typeface="Arial" pitchFamily="34" charset="0"/>
              <a:buChar char="•"/>
              <a:tabLst/>
              <a:defRPr/>
            </a:pPr>
            <a:r>
              <a:rPr kumimoji="0" lang="en-IN" sz="2400" b="0" i="0" u="none" strike="noStrike" kern="1200" cap="none" spc="0" normalizeH="0" baseline="0" noProof="0" dirty="0">
                <a:ln>
                  <a:noFill/>
                </a:ln>
                <a:solidFill>
                  <a:prstClr val="black"/>
                </a:solidFill>
                <a:effectLst/>
                <a:uLnTx/>
                <a:uFillTx/>
                <a:latin typeface="Times New Roman" pitchFamily="18" charset="0"/>
                <a:ea typeface="+mn-ea"/>
                <a:cs typeface="Times New Roman" pitchFamily="18" charset="0"/>
              </a:rPr>
              <a:t>WEB REFERENCES LINK</a:t>
            </a:r>
          </a:p>
          <a:p>
            <a:pPr marL="342900" marR="0" lvl="0" indent="-342900" algn="l" defTabSz="914400" rtl="0" eaLnBrk="1" fontAlgn="auto" latinLnBrk="0" hangingPunct="1">
              <a:lnSpc>
                <a:spcPct val="150000"/>
              </a:lnSpc>
              <a:spcBef>
                <a:spcPct val="20000"/>
              </a:spcBef>
              <a:spcAft>
                <a:spcPts val="0"/>
              </a:spcAft>
              <a:buClrTx/>
              <a:buSzTx/>
              <a:buFont typeface="Arial" pitchFamily="34" charset="0"/>
              <a:buChar char="•"/>
              <a:tabLst/>
              <a:defRPr/>
            </a:pPr>
            <a:r>
              <a:rPr kumimoji="0" lang="en-IN" sz="2400" b="0" i="0" u="none" strike="noStrike" kern="1200" cap="none" spc="0" normalizeH="0" baseline="0" noProof="0" dirty="0">
                <a:ln>
                  <a:noFill/>
                </a:ln>
                <a:solidFill>
                  <a:prstClr val="black"/>
                </a:solidFill>
                <a:effectLst/>
                <a:uLnTx/>
                <a:uFillTx/>
                <a:latin typeface="Times New Roman" pitchFamily="18" charset="0"/>
                <a:ea typeface="+mn-ea"/>
                <a:cs typeface="Times New Roman" pitchFamily="18" charset="0"/>
              </a:rPr>
              <a:t>REFERENCES</a:t>
            </a:r>
          </a:p>
          <a:p>
            <a:pPr marL="342900" marR="0" lvl="0" indent="-342900" algn="l" defTabSz="914400" rtl="0" eaLnBrk="1" fontAlgn="auto" latinLnBrk="0" hangingPunct="1">
              <a:lnSpc>
                <a:spcPct val="150000"/>
              </a:lnSpc>
              <a:spcBef>
                <a:spcPct val="20000"/>
              </a:spcBef>
              <a:spcAft>
                <a:spcPts val="0"/>
              </a:spcAft>
              <a:buClrTx/>
              <a:buSzTx/>
              <a:buFont typeface="Arial" pitchFamily="34" charset="0"/>
              <a:buChar char="•"/>
              <a:tabLst/>
              <a:defRPr/>
            </a:pPr>
            <a:r>
              <a:rPr kumimoji="0" lang="en-IN" sz="2400" b="0" i="0" u="none" strike="noStrike" kern="1200" cap="none" spc="0" normalizeH="0" baseline="0" noProof="0" dirty="0">
                <a:ln>
                  <a:noFill/>
                </a:ln>
                <a:solidFill>
                  <a:prstClr val="black"/>
                </a:solidFill>
                <a:effectLst/>
                <a:uLnTx/>
                <a:uFillTx/>
                <a:latin typeface="Times New Roman" pitchFamily="18" charset="0"/>
                <a:ea typeface="+mn-ea"/>
                <a:cs typeface="Times New Roman" pitchFamily="18" charset="0"/>
              </a:rPr>
              <a:t>PLAGIARISM REPORT </a:t>
            </a:r>
            <a:r>
              <a:rPr kumimoji="0" lang="en-IN" sz="2400" b="0" i="0" u="none" strike="noStrike" kern="1200" cap="none" spc="0" normalizeH="0" baseline="0" noProof="0">
                <a:ln>
                  <a:noFill/>
                </a:ln>
                <a:solidFill>
                  <a:prstClr val="black"/>
                </a:solidFill>
                <a:effectLst/>
                <a:uLnTx/>
                <a:uFillTx/>
                <a:latin typeface="Times New Roman" pitchFamily="18" charset="0"/>
                <a:ea typeface="+mn-ea"/>
                <a:cs typeface="Times New Roman" pitchFamily="18" charset="0"/>
              </a:rPr>
              <a:t>OF PPT</a:t>
            </a:r>
            <a:endParaRPr kumimoji="0" lang="en-IN" sz="2400" b="0" i="0" u="none" strike="noStrike" kern="1200" cap="none" spc="0" normalizeH="0" baseline="0" noProof="0" dirty="0">
              <a:ln>
                <a:noFill/>
              </a:ln>
              <a:solidFill>
                <a:prstClr val="black"/>
              </a:solidFill>
              <a:effectLst/>
              <a:uLnTx/>
              <a:uFillTx/>
              <a:latin typeface="Times New Roman" pitchFamily="18" charset="0"/>
              <a:ea typeface="+mn-ea"/>
              <a:cs typeface="Times New Roman" pitchFamily="18" charset="0"/>
            </a:endParaRPr>
          </a:p>
          <a:p>
            <a:pPr marL="342900" marR="0" lvl="0" indent="-342900" algn="l" defTabSz="914400" rtl="0" eaLnBrk="1" fontAlgn="auto" latinLnBrk="0" hangingPunct="1">
              <a:lnSpc>
                <a:spcPct val="150000"/>
              </a:lnSpc>
              <a:spcBef>
                <a:spcPct val="20000"/>
              </a:spcBef>
              <a:spcAft>
                <a:spcPts val="0"/>
              </a:spcAft>
              <a:buClrTx/>
              <a:buSzTx/>
              <a:buFont typeface="Arial" pitchFamily="34" charset="0"/>
              <a:buChar char="•"/>
              <a:tabLst/>
              <a:defRPr/>
            </a:pPr>
            <a:r>
              <a:rPr kumimoji="0" lang="en-IN" sz="2400" b="0" i="0" u="none" strike="noStrike" kern="1200" cap="none" spc="0" normalizeH="0" baseline="0" noProof="0" dirty="0">
                <a:ln>
                  <a:noFill/>
                </a:ln>
                <a:solidFill>
                  <a:prstClr val="black"/>
                </a:solidFill>
                <a:effectLst/>
                <a:uLnTx/>
                <a:uFillTx/>
                <a:latin typeface="Times New Roman" pitchFamily="18" charset="0"/>
                <a:ea typeface="+mn-ea"/>
                <a:cs typeface="Times New Roman" pitchFamily="18" charset="0"/>
              </a:rPr>
              <a:t>INTERNSHIP CERTIFICATE (Offer Letter and Completion certificate)</a:t>
            </a:r>
          </a:p>
          <a:p>
            <a:pPr marL="342900" marR="0" lvl="0" indent="-342900" algn="l" defTabSz="914400" rtl="0" eaLnBrk="1" fontAlgn="auto" latinLnBrk="0" hangingPunct="1">
              <a:lnSpc>
                <a:spcPct val="150000"/>
              </a:lnSpc>
              <a:spcBef>
                <a:spcPct val="20000"/>
              </a:spcBef>
              <a:spcAft>
                <a:spcPts val="0"/>
              </a:spcAft>
              <a:buClrTx/>
              <a:buSzTx/>
              <a:buFont typeface="Arial" pitchFamily="34" charset="0"/>
              <a:buChar char="•"/>
              <a:tabLst/>
              <a:defRPr/>
            </a:pPr>
            <a:r>
              <a:rPr kumimoji="0" lang="en-IN" sz="2400" b="0" i="0" u="none" strike="noStrike" kern="1200" cap="none" spc="0" normalizeH="0" baseline="0" noProof="0" dirty="0">
                <a:ln>
                  <a:noFill/>
                </a:ln>
                <a:solidFill>
                  <a:prstClr val="black"/>
                </a:solidFill>
                <a:effectLst/>
                <a:uLnTx/>
                <a:uFillTx/>
                <a:latin typeface="Times New Roman" pitchFamily="18" charset="0"/>
                <a:ea typeface="+mn-ea"/>
                <a:cs typeface="Times New Roman" pitchFamily="18" charset="0"/>
              </a:rPr>
              <a:t>POSTER PRESENTATION </a:t>
            </a:r>
          </a:p>
          <a:p>
            <a:pPr marL="342900" marR="0" lvl="0" indent="-342900" algn="l" defTabSz="914400" rtl="0" eaLnBrk="1" fontAlgn="auto" latinLnBrk="0" hangingPunct="1">
              <a:lnSpc>
                <a:spcPct val="150000"/>
              </a:lnSpc>
              <a:spcBef>
                <a:spcPct val="20000"/>
              </a:spcBef>
              <a:spcAft>
                <a:spcPts val="0"/>
              </a:spcAft>
              <a:buClrTx/>
              <a:buSzTx/>
              <a:buFont typeface="Arial" pitchFamily="34" charset="0"/>
              <a:buChar char="•"/>
              <a:tabLst/>
              <a:defRPr/>
            </a:pPr>
            <a:endParaRPr kumimoji="0" lang="en-IN" sz="2400" b="0" i="0" u="none" strike="noStrike" kern="1200" cap="none" spc="0" normalizeH="0" baseline="0" noProof="0" dirty="0">
              <a:ln>
                <a:noFill/>
              </a:ln>
              <a:solidFill>
                <a:prstClr val="black"/>
              </a:solidFill>
              <a:effectLst/>
              <a:uLnTx/>
              <a:uFillTx/>
              <a:latin typeface="Times New Roman" pitchFamily="18" charset="0"/>
              <a:ea typeface="+mn-ea"/>
              <a:cs typeface="Times New Roman" pitchFamily="18" charset="0"/>
            </a:endParaRPr>
          </a:p>
          <a:p>
            <a:pPr marL="342900" marR="0" lvl="0" indent="-342900" algn="l" defTabSz="914400" rtl="0" eaLnBrk="1" fontAlgn="auto" latinLnBrk="0" hangingPunct="1">
              <a:lnSpc>
                <a:spcPct val="100000"/>
              </a:lnSpc>
              <a:spcBef>
                <a:spcPct val="20000"/>
              </a:spcBef>
              <a:spcAft>
                <a:spcPts val="0"/>
              </a:spcAft>
              <a:buClrTx/>
              <a:buSzTx/>
              <a:buFont typeface="Arial" pitchFamily="34" charset="0"/>
              <a:buChar char="•"/>
              <a:tabLst/>
              <a:defRPr/>
            </a:pPr>
            <a:endParaRPr kumimoji="0" lang="en-IN" sz="2000" b="0" i="0" u="none" strike="noStrike" kern="1200" cap="none" spc="0" normalizeH="0" baseline="0" noProof="0" dirty="0">
              <a:ln>
                <a:noFill/>
              </a:ln>
              <a:solidFill>
                <a:prstClr val="black"/>
              </a:solidFill>
              <a:effectLst/>
              <a:uLnTx/>
              <a:uFillTx/>
              <a:latin typeface="Times New Roman" pitchFamily="18" charset="0"/>
              <a:ea typeface="+mn-ea"/>
              <a:cs typeface="Times New Roman" pitchFamily="18" charset="0"/>
            </a:endParaRPr>
          </a:p>
          <a:p>
            <a:pPr marL="342900" marR="0" lvl="0" indent="-342900" algn="l" defTabSz="914400" rtl="0" eaLnBrk="1" fontAlgn="auto" latinLnBrk="0" hangingPunct="1">
              <a:lnSpc>
                <a:spcPct val="100000"/>
              </a:lnSpc>
              <a:spcBef>
                <a:spcPct val="20000"/>
              </a:spcBef>
              <a:spcAft>
                <a:spcPts val="0"/>
              </a:spcAft>
              <a:buClrTx/>
              <a:buSzTx/>
              <a:buFont typeface="Arial" pitchFamily="34" charset="0"/>
              <a:buChar char="•"/>
              <a:tabLst/>
              <a:defRPr/>
            </a:pPr>
            <a:endParaRPr kumimoji="0" lang="en-IN" sz="2000" b="0" i="0" u="none" strike="noStrike" kern="1200" cap="none" spc="0" normalizeH="0" baseline="0" noProof="0" dirty="0">
              <a:ln>
                <a:noFill/>
              </a:ln>
              <a:solidFill>
                <a:prstClr val="black"/>
              </a:solidFill>
              <a:effectLst/>
              <a:uLnTx/>
              <a:uFillTx/>
              <a:latin typeface="Times New Roman" pitchFamily="18" charset="0"/>
              <a:ea typeface="+mn-ea"/>
              <a:cs typeface="Times New Roman" pitchFamily="18" charset="0"/>
            </a:endParaRPr>
          </a:p>
          <a:p>
            <a:pPr marL="342900" marR="0" lvl="0" indent="-342900" algn="l" defTabSz="914400" rtl="0" eaLnBrk="1" fontAlgn="auto" latinLnBrk="0" hangingPunct="1">
              <a:lnSpc>
                <a:spcPct val="100000"/>
              </a:lnSpc>
              <a:spcBef>
                <a:spcPct val="20000"/>
              </a:spcBef>
              <a:spcAft>
                <a:spcPts val="0"/>
              </a:spcAft>
              <a:buClrTx/>
              <a:buSzTx/>
              <a:buFont typeface="Arial" pitchFamily="34" charset="0"/>
              <a:buChar char="•"/>
              <a:tabLst/>
              <a:defRPr/>
            </a:pPr>
            <a:endParaRPr kumimoji="0" lang="en-IN" sz="2000" b="0" i="0" u="none" strike="noStrike" kern="1200" cap="none" spc="0" normalizeH="0" baseline="0" noProof="0" dirty="0">
              <a:ln>
                <a:noFill/>
              </a:ln>
              <a:solidFill>
                <a:prstClr val="black"/>
              </a:solidFill>
              <a:effectLst/>
              <a:uLnTx/>
              <a:uFillTx/>
              <a:latin typeface="Times New Roman" pitchFamily="18" charset="0"/>
              <a:ea typeface="+mn-ea"/>
              <a:cs typeface="Times New Roman" pitchFamily="18" charset="0"/>
            </a:endParaRPr>
          </a:p>
          <a:p>
            <a:pPr marL="342900" marR="0" lvl="0" indent="-342900" algn="l" defTabSz="914400" rtl="0" eaLnBrk="1" fontAlgn="auto" latinLnBrk="0" hangingPunct="1">
              <a:lnSpc>
                <a:spcPct val="100000"/>
              </a:lnSpc>
              <a:spcBef>
                <a:spcPct val="20000"/>
              </a:spcBef>
              <a:spcAft>
                <a:spcPts val="0"/>
              </a:spcAft>
              <a:buClrTx/>
              <a:buSzTx/>
              <a:buFont typeface="Arial" pitchFamily="34" charset="0"/>
              <a:buChar char="•"/>
              <a:tabLst/>
              <a:defRPr/>
            </a:pPr>
            <a:endParaRPr kumimoji="0" lang="en-IN" sz="2000" b="0" i="0" u="none" strike="noStrike" kern="1200" cap="none" spc="0" normalizeH="0" baseline="0" noProof="0" dirty="0">
              <a:ln>
                <a:noFill/>
              </a:ln>
              <a:solidFill>
                <a:prstClr val="black"/>
              </a:solidFill>
              <a:effectLst/>
              <a:uLnTx/>
              <a:uFillTx/>
              <a:latin typeface="Times New Roman" pitchFamily="18" charset="0"/>
              <a:ea typeface="+mn-ea"/>
              <a:cs typeface="Times New Roman" pitchFamily="18" charset="0"/>
            </a:endParaRPr>
          </a:p>
        </p:txBody>
      </p:sp>
      <p:sp>
        <p:nvSpPr>
          <p:cNvPr id="5" name="Date Placeholder 4">
            <a:extLst>
              <a:ext uri="{FF2B5EF4-FFF2-40B4-BE49-F238E27FC236}">
                <a16:creationId xmlns:a16="http://schemas.microsoft.com/office/drawing/2014/main" id="{6960B2D8-77B2-48B6-B1A2-E5F99650650F}"/>
              </a:ext>
            </a:extLst>
          </p:cNvPr>
          <p:cNvSpPr>
            <a:spLocks noGrp="1"/>
          </p:cNvSpPr>
          <p:nvPr>
            <p:ph type="dt" sz="half"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FC39C657-17FF-47BC-9019-801F8663B5A9}" type="datetime1">
              <a:rPr kumimoji="0" lang="en-IN" sz="1200" b="0" i="0" u="none" strike="noStrike" kern="1200" cap="none" spc="0" normalizeH="0" baseline="0" noProof="0" smtClean="0">
                <a:ln>
                  <a:noFill/>
                </a:ln>
                <a:solidFill>
                  <a:prstClr val="black">
                    <a:tint val="75000"/>
                  </a:prstClr>
                </a:solidFill>
                <a:effectLst/>
                <a:uLnTx/>
                <a:uFillTx/>
                <a:latin typeface="Calibri"/>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07-06-2022</a:t>
            </a:fld>
            <a:endParaRPr kumimoji="0" lang="en-IN" sz="1200" b="0" i="0" u="none" strike="noStrike" kern="1200" cap="none" spc="0" normalizeH="0" baseline="0" noProof="0">
              <a:ln>
                <a:noFill/>
              </a:ln>
              <a:solidFill>
                <a:prstClr val="black">
                  <a:tint val="75000"/>
                </a:prstClr>
              </a:solidFill>
              <a:effectLst/>
              <a:uLnTx/>
              <a:uFillTx/>
              <a:latin typeface="Calibri"/>
              <a:ea typeface="+mn-ea"/>
              <a:cs typeface="+mn-cs"/>
            </a:endParaRPr>
          </a:p>
        </p:txBody>
      </p:sp>
    </p:spTree>
    <p:extLst>
      <p:ext uri="{BB962C8B-B14F-4D97-AF65-F5344CB8AC3E}">
        <p14:creationId xmlns:p14="http://schemas.microsoft.com/office/powerpoint/2010/main" val="396731532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0"/>
            <a:ext cx="8229600" cy="1039091"/>
          </a:xfrm>
        </p:spPr>
        <p:txBody>
          <a:bodyPr/>
          <a:lstStyle/>
          <a:p>
            <a:pPr algn="l"/>
            <a:r>
              <a:rPr lang="en-IN" sz="2400" b="1" dirty="0">
                <a:latin typeface="Times New Roman" pitchFamily="18" charset="0"/>
                <a:cs typeface="Times New Roman" pitchFamily="18" charset="0"/>
              </a:rPr>
              <a:t>ABSTRACT</a:t>
            </a:r>
            <a:endParaRPr lang="en-IN" b="1" dirty="0">
              <a:latin typeface="Times New Roman" pitchFamily="18" charset="0"/>
              <a:cs typeface="Times New Roman" pitchFamily="18" charset="0"/>
            </a:endParaRPr>
          </a:p>
        </p:txBody>
      </p:sp>
      <p:sp>
        <p:nvSpPr>
          <p:cNvPr id="3" name="Content Placeholder 2"/>
          <p:cNvSpPr>
            <a:spLocks noGrp="1"/>
          </p:cNvSpPr>
          <p:nvPr>
            <p:ph idx="1"/>
          </p:nvPr>
        </p:nvSpPr>
        <p:spPr>
          <a:xfrm>
            <a:off x="539552" y="846138"/>
            <a:ext cx="8229600" cy="3431467"/>
          </a:xfrm>
        </p:spPr>
        <p:txBody>
          <a:bodyPr>
            <a:noAutofit/>
          </a:bodyPr>
          <a:lstStyle/>
          <a:p>
            <a:pPr marL="0" indent="0" algn="just">
              <a:lnSpc>
                <a:spcPct val="170000"/>
              </a:lnSpc>
              <a:buNone/>
            </a:pPr>
            <a:r>
              <a:rPr lang="en-IN" sz="1950" dirty="0">
                <a:latin typeface="Times New Roman" pitchFamily="18" charset="0"/>
                <a:cs typeface="Times New Roman" pitchFamily="18" charset="0"/>
              </a:rPr>
              <a:t>Emotion recognition is a rapidly growing research domain in recent years.</a:t>
            </a:r>
            <a:r>
              <a:rPr lang="en-US" sz="1950" dirty="0">
                <a:solidFill>
                  <a:srgbClr val="333333"/>
                </a:solidFill>
                <a:latin typeface="Times New Roman" panose="02020603050405020304" pitchFamily="18" charset="0"/>
                <a:cs typeface="Times New Roman" panose="02020603050405020304" pitchFamily="18" charset="0"/>
              </a:rPr>
              <a:t> Unlike humans, machines lack the abilities to perceive and show emotions. But human-computer interaction can be improved by automated emotions recognition, thereby reducing the need of human intervention. In this project, four basic emotions (Anger, Happy, Fear and Neutral) are analyzed from emotional speech signals. Signal processing methods are used for obtaining the production features from these signals. </a:t>
            </a:r>
            <a:r>
              <a:rPr lang="en-US" sz="1950" dirty="0">
                <a:latin typeface="Times New Roman" panose="02020603050405020304" pitchFamily="18" charset="0"/>
                <a:cs typeface="Times New Roman" panose="02020603050405020304" pitchFamily="18" charset="0"/>
              </a:rPr>
              <a:t>This has opened up another exploration field called automatic emotion recognition, having fundamental objectives to understand and retrieve desired emotions. Machines can recognize ”what is said” and ”who said it” using speech recognition and speaker identification techniques.</a:t>
            </a:r>
          </a:p>
          <a:p>
            <a:pPr marL="0" indent="0" algn="just">
              <a:lnSpc>
                <a:spcPct val="170000"/>
              </a:lnSpc>
              <a:buNone/>
            </a:pPr>
            <a:endParaRPr lang="en-US" sz="1950" dirty="0">
              <a:latin typeface="Times New Roman" panose="02020603050405020304" pitchFamily="18" charset="0"/>
              <a:cs typeface="Times New Roman" panose="02020603050405020304" pitchFamily="18" charset="0"/>
            </a:endParaRPr>
          </a:p>
          <a:p>
            <a:pPr marL="0" indent="0" algn="just">
              <a:lnSpc>
                <a:spcPct val="170000"/>
              </a:lnSpc>
              <a:buNone/>
            </a:pPr>
            <a:endParaRPr lang="en-IN" sz="1950" dirty="0">
              <a:latin typeface="Times New Roman" pitchFamily="18" charset="0"/>
              <a:cs typeface="Times New Roman" pitchFamily="18" charset="0"/>
            </a:endParaRPr>
          </a:p>
        </p:txBody>
      </p:sp>
      <p:sp>
        <p:nvSpPr>
          <p:cNvPr id="4" name="Footer Placeholder 3"/>
          <p:cNvSpPr>
            <a:spLocks noGrp="1"/>
          </p:cNvSpPr>
          <p:nvPr>
            <p:ph type="ftr" sz="quarter" idx="11"/>
          </p:nvPr>
        </p:nvSpPr>
        <p:spPr/>
        <p:txBody>
          <a:bodyPr/>
          <a:lstStyle/>
          <a:p>
            <a:r>
              <a:rPr lang="en-IN" dirty="0"/>
              <a:t>BATCH NO:  58    DEPARTMENT OF COMPUTER SCIENCE &amp; ENGINEERING</a:t>
            </a:r>
          </a:p>
        </p:txBody>
      </p:sp>
      <p:sp>
        <p:nvSpPr>
          <p:cNvPr id="5" name="Slide Number Placeholder 4"/>
          <p:cNvSpPr>
            <a:spLocks noGrp="1"/>
          </p:cNvSpPr>
          <p:nvPr>
            <p:ph type="sldNum" sz="quarter" idx="12"/>
          </p:nvPr>
        </p:nvSpPr>
        <p:spPr/>
        <p:txBody>
          <a:bodyPr/>
          <a:lstStyle/>
          <a:p>
            <a:fld id="{FA00FD27-8DB0-4CB2-BD37-BEA95C6A1008}" type="slidenum">
              <a:rPr lang="en-IN" smtClean="0"/>
              <a:t>4</a:t>
            </a:fld>
            <a:endParaRPr lang="en-IN" dirty="0"/>
          </a:p>
        </p:txBody>
      </p:sp>
      <p:sp>
        <p:nvSpPr>
          <p:cNvPr id="6" name="Date Placeholder 5">
            <a:extLst>
              <a:ext uri="{FF2B5EF4-FFF2-40B4-BE49-F238E27FC236}">
                <a16:creationId xmlns:a16="http://schemas.microsoft.com/office/drawing/2014/main" id="{EB54FE56-E558-4C14-AA6C-7A5B80E16273}"/>
              </a:ext>
            </a:extLst>
          </p:cNvPr>
          <p:cNvSpPr>
            <a:spLocks noGrp="1"/>
          </p:cNvSpPr>
          <p:nvPr>
            <p:ph type="dt" sz="half" idx="10"/>
          </p:nvPr>
        </p:nvSpPr>
        <p:spPr/>
        <p:txBody>
          <a:bodyPr/>
          <a:lstStyle/>
          <a:p>
            <a:fld id="{F67C4A23-F315-480F-A7E6-102C8FC63FC2}" type="datetime1">
              <a:rPr lang="en-IN" smtClean="0"/>
              <a:t>07-06-2022</a:t>
            </a:fld>
            <a:endParaRPr lang="en-IN" dirty="0"/>
          </a:p>
        </p:txBody>
      </p:sp>
    </p:spTree>
    <p:extLst>
      <p:ext uri="{BB962C8B-B14F-4D97-AF65-F5344CB8AC3E}">
        <p14:creationId xmlns:p14="http://schemas.microsoft.com/office/powerpoint/2010/main" val="142080013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l"/>
            <a:r>
              <a:rPr lang="en-IN" sz="2400" b="1" dirty="0">
                <a:latin typeface="Times New Roman" pitchFamily="18" charset="0"/>
                <a:cs typeface="Times New Roman" pitchFamily="18" charset="0"/>
              </a:rPr>
              <a:t>OBJECTIVES</a:t>
            </a:r>
            <a:r>
              <a:rPr lang="en-IN" dirty="0"/>
              <a:t> </a:t>
            </a:r>
          </a:p>
        </p:txBody>
      </p:sp>
      <p:sp>
        <p:nvSpPr>
          <p:cNvPr id="3" name="Content Placeholder 2"/>
          <p:cNvSpPr>
            <a:spLocks noGrp="1"/>
          </p:cNvSpPr>
          <p:nvPr>
            <p:ph idx="1"/>
          </p:nvPr>
        </p:nvSpPr>
        <p:spPr>
          <a:xfrm>
            <a:off x="464993" y="1417638"/>
            <a:ext cx="8229600" cy="4525963"/>
          </a:xfrm>
        </p:spPr>
        <p:txBody>
          <a:bodyPr>
            <a:normAutofit/>
          </a:bodyPr>
          <a:lstStyle/>
          <a:p>
            <a:pPr marL="0" indent="0" algn="just">
              <a:buNone/>
            </a:pPr>
            <a:r>
              <a:rPr lang="en-IN" sz="2200" b="1" dirty="0">
                <a:latin typeface="Times New Roman" pitchFamily="18" charset="0"/>
                <a:cs typeface="Times New Roman" pitchFamily="18" charset="0"/>
              </a:rPr>
              <a:t>Aim of the Project:</a:t>
            </a:r>
          </a:p>
          <a:p>
            <a:pPr algn="just">
              <a:buFont typeface="Wingdings" panose="05000000000000000000" pitchFamily="2" charset="2"/>
              <a:buChar char="Ø"/>
            </a:pPr>
            <a:r>
              <a:rPr lang="en-US" sz="2200" dirty="0">
                <a:solidFill>
                  <a:srgbClr val="202124"/>
                </a:solidFill>
                <a:latin typeface="Times New Roman" panose="02020603050405020304" pitchFamily="18" charset="0"/>
                <a:cs typeface="Times New Roman" panose="02020603050405020304" pitchFamily="18" charset="0"/>
              </a:rPr>
              <a:t>The primary aim of Human Voice Emotion Recognition is to improve man-machine interface. It can also be used to monitor the psycho physiological state of a person in lie detectors. In recent time, Human Voice Emotion recognition also find its applications in medicine and forensics.</a:t>
            </a:r>
          </a:p>
          <a:p>
            <a:pPr marL="0" indent="0" algn="just">
              <a:buNone/>
            </a:pPr>
            <a:endParaRPr lang="en-IN" sz="2200" dirty="0">
              <a:latin typeface="Times New Roman" pitchFamily="18" charset="0"/>
              <a:cs typeface="Times New Roman" pitchFamily="18" charset="0"/>
            </a:endParaRPr>
          </a:p>
          <a:p>
            <a:pPr marL="0" indent="0" algn="just">
              <a:buNone/>
            </a:pPr>
            <a:r>
              <a:rPr lang="en-IN" sz="2200" b="1" dirty="0">
                <a:latin typeface="Times New Roman" pitchFamily="18" charset="0"/>
                <a:cs typeface="Times New Roman" pitchFamily="18" charset="0"/>
              </a:rPr>
              <a:t>Scope of the Project:</a:t>
            </a:r>
          </a:p>
          <a:p>
            <a:pPr algn="just">
              <a:buFont typeface="Wingdings" panose="05000000000000000000" pitchFamily="2" charset="2"/>
              <a:buChar char="Ø"/>
            </a:pPr>
            <a:r>
              <a:rPr lang="en-US" sz="2200" dirty="0">
                <a:latin typeface="Times New Roman" panose="02020603050405020304" pitchFamily="18" charset="0"/>
                <a:ea typeface="Calibri" panose="020F0502020204030204" pitchFamily="34" charset="0"/>
                <a:cs typeface="Times New Roman" panose="02020603050405020304" pitchFamily="18" charset="0"/>
              </a:rPr>
              <a:t>The technique of detecting the mood or condition of a person through voice is an emerging thought where the usefulness of this process is inevitable, and will share its uses with many sectors from medical to information technologies.</a:t>
            </a:r>
            <a:endParaRPr lang="en-US" sz="2200" dirty="0">
              <a:latin typeface="Times New Roman"/>
              <a:cs typeface="Times New Roman"/>
            </a:endParaRPr>
          </a:p>
          <a:p>
            <a:pPr marL="0" indent="0" algn="just">
              <a:buNone/>
            </a:pPr>
            <a:endParaRPr lang="en-IN" sz="2000" b="1" dirty="0">
              <a:latin typeface="Times New Roman" pitchFamily="18" charset="0"/>
              <a:cs typeface="Times New Roman" pitchFamily="18" charset="0"/>
            </a:endParaRPr>
          </a:p>
        </p:txBody>
      </p:sp>
      <p:sp>
        <p:nvSpPr>
          <p:cNvPr id="4" name="Footer Placeholder 3"/>
          <p:cNvSpPr>
            <a:spLocks noGrp="1"/>
          </p:cNvSpPr>
          <p:nvPr>
            <p:ph type="ftr" sz="quarter" idx="11"/>
          </p:nvPr>
        </p:nvSpPr>
        <p:spPr/>
        <p:txBody>
          <a:bodyPr/>
          <a:lstStyle/>
          <a:p>
            <a:r>
              <a:rPr lang="en-IN" dirty="0"/>
              <a:t>BATCH NO:  58    DEPARTMENT OF COMPUTER SCIENCE &amp; ENGINEERING</a:t>
            </a:r>
          </a:p>
        </p:txBody>
      </p:sp>
      <p:sp>
        <p:nvSpPr>
          <p:cNvPr id="5" name="Slide Number Placeholder 4"/>
          <p:cNvSpPr>
            <a:spLocks noGrp="1"/>
          </p:cNvSpPr>
          <p:nvPr>
            <p:ph type="sldNum" sz="quarter" idx="12"/>
          </p:nvPr>
        </p:nvSpPr>
        <p:spPr/>
        <p:txBody>
          <a:bodyPr/>
          <a:lstStyle/>
          <a:p>
            <a:fld id="{FA00FD27-8DB0-4CB2-BD37-BEA95C6A1008}" type="slidenum">
              <a:rPr lang="en-IN" smtClean="0"/>
              <a:t>5</a:t>
            </a:fld>
            <a:endParaRPr lang="en-IN" dirty="0"/>
          </a:p>
        </p:txBody>
      </p:sp>
      <p:sp>
        <p:nvSpPr>
          <p:cNvPr id="6" name="Date Placeholder 5">
            <a:extLst>
              <a:ext uri="{FF2B5EF4-FFF2-40B4-BE49-F238E27FC236}">
                <a16:creationId xmlns:a16="http://schemas.microsoft.com/office/drawing/2014/main" id="{D9D9D793-975B-4ACD-846C-B06976F5C8D0}"/>
              </a:ext>
            </a:extLst>
          </p:cNvPr>
          <p:cNvSpPr>
            <a:spLocks noGrp="1"/>
          </p:cNvSpPr>
          <p:nvPr>
            <p:ph type="dt" sz="half" idx="10"/>
          </p:nvPr>
        </p:nvSpPr>
        <p:spPr/>
        <p:txBody>
          <a:bodyPr/>
          <a:lstStyle/>
          <a:p>
            <a:fld id="{0AC031C7-39DA-4D42-972B-7216BDAAEDF5}" type="datetime1">
              <a:rPr lang="en-IN" smtClean="0"/>
              <a:t>07-06-2022</a:t>
            </a:fld>
            <a:endParaRPr lang="en-IN" dirty="0"/>
          </a:p>
        </p:txBody>
      </p:sp>
    </p:spTree>
    <p:extLst>
      <p:ext uri="{BB962C8B-B14F-4D97-AF65-F5344CB8AC3E}">
        <p14:creationId xmlns:p14="http://schemas.microsoft.com/office/powerpoint/2010/main" val="410053695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2667000" cy="1143000"/>
          </a:xfrm>
        </p:spPr>
        <p:txBody>
          <a:bodyPr/>
          <a:lstStyle/>
          <a:p>
            <a:r>
              <a:rPr lang="en-IN" sz="2400" b="1" dirty="0">
                <a:latin typeface="Times New Roman" panose="02020603050405020304" pitchFamily="18" charset="0"/>
                <a:cs typeface="Times New Roman" panose="02020603050405020304" pitchFamily="18" charset="0"/>
              </a:rPr>
              <a:t>INTRODUCTION</a:t>
            </a:r>
          </a:p>
        </p:txBody>
      </p:sp>
      <p:sp>
        <p:nvSpPr>
          <p:cNvPr id="10" name="Content Placeholder 9"/>
          <p:cNvSpPr>
            <a:spLocks noGrp="1"/>
          </p:cNvSpPr>
          <p:nvPr>
            <p:ph idx="1"/>
          </p:nvPr>
        </p:nvSpPr>
        <p:spPr>
          <a:xfrm>
            <a:off x="457200" y="1166018"/>
            <a:ext cx="8229600" cy="4525963"/>
          </a:xfrm>
        </p:spPr>
        <p:txBody>
          <a:bodyPr>
            <a:noAutofit/>
          </a:bodyPr>
          <a:lstStyle/>
          <a:p>
            <a:pPr algn="just">
              <a:lnSpc>
                <a:spcPct val="150000"/>
              </a:lnSpc>
              <a:buFont typeface="Wingdings" panose="05000000000000000000" pitchFamily="2" charset="2"/>
              <a:buChar char="Ø"/>
            </a:pPr>
            <a:r>
              <a:rPr lang="en-US" sz="1800" dirty="0">
                <a:latin typeface="Times New Roman" panose="02020603050405020304" pitchFamily="18" charset="0"/>
                <a:ea typeface="Calibri" panose="020F0502020204030204" pitchFamily="34" charset="0"/>
                <a:cs typeface="Times New Roman" panose="02020603050405020304" pitchFamily="18" charset="0"/>
              </a:rPr>
              <a:t>Emotions play a mandatory important role in human life. It could be identified from the speech uttered by the person, it is a medium of expression of one’s perspective or feelings to others.</a:t>
            </a:r>
            <a:endParaRPr lang="en-US" sz="1800" dirty="0">
              <a:latin typeface="Times New Roman"/>
              <a:cs typeface="Times New Roman"/>
            </a:endParaRPr>
          </a:p>
          <a:p>
            <a:pPr algn="just">
              <a:lnSpc>
                <a:spcPct val="150000"/>
              </a:lnSpc>
              <a:buFont typeface="Wingdings" panose="05000000000000000000" pitchFamily="2" charset="2"/>
              <a:buChar char="Ø"/>
            </a:pPr>
            <a:r>
              <a:rPr lang="en-US" sz="1800" dirty="0">
                <a:latin typeface="Times New Roman" panose="02020603050405020304" pitchFamily="18" charset="0"/>
                <a:ea typeface="Calibri" panose="020F0502020204030204" pitchFamily="34" charset="0"/>
                <a:cs typeface="Times New Roman" panose="02020603050405020304" pitchFamily="18" charset="0"/>
              </a:rPr>
              <a:t>This process could be added up along with video that is, the face recognition by using its own API’s merged with voice and can be developed as a software application in future technical industry, and so that it will depict the condition of the person with whom we are interacting with.</a:t>
            </a:r>
          </a:p>
          <a:p>
            <a:pPr algn="just">
              <a:lnSpc>
                <a:spcPct val="150000"/>
              </a:lnSpc>
              <a:buFont typeface="Wingdings" panose="05000000000000000000" pitchFamily="2" charset="2"/>
              <a:buChar char="Ø"/>
            </a:pPr>
            <a:r>
              <a:rPr lang="en-US" sz="1800" dirty="0">
                <a:solidFill>
                  <a:schemeClr val="tx1">
                    <a:lumMod val="95000"/>
                    <a:lumOff val="5000"/>
                  </a:schemeClr>
                </a:solidFill>
                <a:latin typeface="Times New Roman" panose="02020603050405020304" pitchFamily="18" charset="0"/>
                <a:ea typeface="Calibri" panose="020F0502020204030204" pitchFamily="34" charset="0"/>
                <a:cs typeface="Times New Roman" panose="02020603050405020304" pitchFamily="18" charset="0"/>
              </a:rPr>
              <a:t>It will be more and more useful for person abroad with their relatives and parents in their hometown.</a:t>
            </a:r>
            <a:endParaRPr lang="en-US" sz="1800" dirty="0">
              <a:solidFill>
                <a:schemeClr val="tx1">
                  <a:lumMod val="95000"/>
                  <a:lumOff val="5000"/>
                </a:schemeClr>
              </a:solidFill>
              <a:latin typeface="Times New Roman"/>
              <a:ea typeface="Calibri" panose="020F0502020204030204" pitchFamily="34" charset="0"/>
              <a:cs typeface="Times New Roman"/>
            </a:endParaRPr>
          </a:p>
          <a:p>
            <a:pPr algn="just">
              <a:lnSpc>
                <a:spcPct val="150000"/>
              </a:lnSpc>
              <a:buFont typeface="Wingdings" panose="05000000000000000000" pitchFamily="2" charset="2"/>
              <a:buChar char="Ø"/>
            </a:pPr>
            <a:r>
              <a:rPr lang="en-US" sz="1800" dirty="0">
                <a:solidFill>
                  <a:srgbClr val="000000"/>
                </a:solidFill>
                <a:latin typeface="Times New Roman" panose="02020603050405020304" pitchFamily="18" charset="0"/>
                <a:cs typeface="Times New Roman" panose="02020603050405020304" pitchFamily="18" charset="0"/>
              </a:rPr>
              <a:t>Human Voice emotion processing and recognition system was generally composed of three parts, which were speech signal acquisition, feature extraction, and emotion recognition.</a:t>
            </a:r>
            <a:endParaRPr lang="en-US" sz="1800" dirty="0">
              <a:latin typeface="Times New Roman" panose="02020603050405020304" pitchFamily="18" charset="0"/>
              <a:cs typeface="Times New Roman" panose="02020603050405020304" pitchFamily="18" charset="0"/>
            </a:endParaRPr>
          </a:p>
          <a:p>
            <a:pPr algn="just">
              <a:lnSpc>
                <a:spcPct val="150000"/>
              </a:lnSpc>
              <a:buFont typeface="Wingdings" panose="05000000000000000000" pitchFamily="2" charset="2"/>
              <a:buChar char="Ø"/>
            </a:pPr>
            <a:endParaRPr lang="en-US" sz="1800" dirty="0">
              <a:latin typeface="Times New Roman" panose="02020603050405020304" pitchFamily="18" charset="0"/>
              <a:cs typeface="Times New Roman" panose="02020603050405020304" pitchFamily="18" charset="0"/>
            </a:endParaRPr>
          </a:p>
          <a:p>
            <a:pPr algn="just">
              <a:lnSpc>
                <a:spcPct val="150000"/>
              </a:lnSpc>
              <a:buFont typeface="Wingdings" panose="05000000000000000000" pitchFamily="2" charset="2"/>
              <a:buChar char="Ø"/>
            </a:pPr>
            <a:endParaRPr lang="en-US" sz="1800" dirty="0"/>
          </a:p>
        </p:txBody>
      </p:sp>
      <p:sp>
        <p:nvSpPr>
          <p:cNvPr id="3" name="Date Placeholder 2">
            <a:extLst>
              <a:ext uri="{FF2B5EF4-FFF2-40B4-BE49-F238E27FC236}">
                <a16:creationId xmlns:a16="http://schemas.microsoft.com/office/drawing/2014/main" id="{652CEE95-A3D7-434B-83C9-A1DFDA207BDF}"/>
              </a:ext>
            </a:extLst>
          </p:cNvPr>
          <p:cNvSpPr>
            <a:spLocks noGrp="1"/>
          </p:cNvSpPr>
          <p:nvPr>
            <p:ph type="dt" sz="half" idx="10"/>
          </p:nvPr>
        </p:nvSpPr>
        <p:spPr/>
        <p:txBody>
          <a:bodyPr/>
          <a:lstStyle/>
          <a:p>
            <a:fld id="{94034055-8367-4D9C-9AE4-66FE75E8787D}" type="datetime1">
              <a:rPr lang="en-IN" smtClean="0"/>
              <a:pPr/>
              <a:t>07-06-2022</a:t>
            </a:fld>
            <a:endParaRPr lang="en-IN" dirty="0"/>
          </a:p>
        </p:txBody>
      </p:sp>
      <p:sp>
        <p:nvSpPr>
          <p:cNvPr id="4" name="Footer Placeholder 3"/>
          <p:cNvSpPr>
            <a:spLocks noGrp="1"/>
          </p:cNvSpPr>
          <p:nvPr>
            <p:ph type="ftr" sz="quarter" idx="11"/>
          </p:nvPr>
        </p:nvSpPr>
        <p:spPr/>
        <p:txBody>
          <a:bodyPr/>
          <a:lstStyle/>
          <a:p>
            <a:r>
              <a:rPr lang="en-IN" dirty="0"/>
              <a:t>BATCH NO:  58    DEPARTMENT OF COMPUTER SCIENCE &amp; ENGINEERING</a:t>
            </a:r>
          </a:p>
        </p:txBody>
      </p:sp>
      <p:sp>
        <p:nvSpPr>
          <p:cNvPr id="5" name="Slide Number Placeholder 4"/>
          <p:cNvSpPr>
            <a:spLocks noGrp="1"/>
          </p:cNvSpPr>
          <p:nvPr>
            <p:ph type="sldNum" sz="quarter" idx="12"/>
          </p:nvPr>
        </p:nvSpPr>
        <p:spPr/>
        <p:txBody>
          <a:bodyPr/>
          <a:lstStyle/>
          <a:p>
            <a:fld id="{FA00FD27-8DB0-4CB2-BD37-BEA95C6A1008}" type="slidenum">
              <a:rPr lang="en-IN" smtClean="0"/>
              <a:pPr/>
              <a:t>6</a:t>
            </a:fld>
            <a:endParaRPr lang="en-IN" dirty="0"/>
          </a:p>
        </p:txBody>
      </p:sp>
    </p:spTree>
    <p:extLst>
      <p:ext uri="{BB962C8B-B14F-4D97-AF65-F5344CB8AC3E}">
        <p14:creationId xmlns:p14="http://schemas.microsoft.com/office/powerpoint/2010/main" val="213544175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1230CB0-E1C2-4D6A-A0DE-F62D96D34D6A}"/>
              </a:ext>
            </a:extLst>
          </p:cNvPr>
          <p:cNvSpPr>
            <a:spLocks noGrp="1"/>
          </p:cNvSpPr>
          <p:nvPr>
            <p:ph type="title"/>
          </p:nvPr>
        </p:nvSpPr>
        <p:spPr/>
        <p:txBody>
          <a:bodyPr>
            <a:normAutofit/>
          </a:bodyPr>
          <a:lstStyle/>
          <a:p>
            <a:pPr algn="l"/>
            <a:r>
              <a:rPr lang="en-IN" sz="2200" b="1" dirty="0">
                <a:latin typeface="Times New Roman" pitchFamily="18" charset="0"/>
                <a:cs typeface="Times New Roman" pitchFamily="18" charset="0"/>
              </a:rPr>
              <a:t>LITERATURE REVIEW</a:t>
            </a:r>
            <a:endParaRPr lang="en-IN" sz="2200" dirty="0"/>
          </a:p>
        </p:txBody>
      </p:sp>
      <p:sp>
        <p:nvSpPr>
          <p:cNvPr id="4" name="Date Placeholder 3">
            <a:extLst>
              <a:ext uri="{FF2B5EF4-FFF2-40B4-BE49-F238E27FC236}">
                <a16:creationId xmlns:a16="http://schemas.microsoft.com/office/drawing/2014/main" id="{7E0CE04A-9CB3-4D98-BBAC-33C9A991F89B}"/>
              </a:ext>
            </a:extLst>
          </p:cNvPr>
          <p:cNvSpPr>
            <a:spLocks noGrp="1"/>
          </p:cNvSpPr>
          <p:nvPr>
            <p:ph type="dt" sz="half" idx="10"/>
          </p:nvPr>
        </p:nvSpPr>
        <p:spPr/>
        <p:txBody>
          <a:bodyPr/>
          <a:lstStyle/>
          <a:p>
            <a:fld id="{526DEE5C-195B-4209-9085-526B148D6B3E}" type="datetime1">
              <a:rPr lang="en-IN" smtClean="0"/>
              <a:t>07-06-2022</a:t>
            </a:fld>
            <a:endParaRPr lang="en-IN" dirty="0"/>
          </a:p>
        </p:txBody>
      </p:sp>
      <p:sp>
        <p:nvSpPr>
          <p:cNvPr id="5" name="Footer Placeholder 4">
            <a:extLst>
              <a:ext uri="{FF2B5EF4-FFF2-40B4-BE49-F238E27FC236}">
                <a16:creationId xmlns:a16="http://schemas.microsoft.com/office/drawing/2014/main" id="{5F01CC84-1AC4-4714-98C2-A49B02B27128}"/>
              </a:ext>
            </a:extLst>
          </p:cNvPr>
          <p:cNvSpPr>
            <a:spLocks noGrp="1"/>
          </p:cNvSpPr>
          <p:nvPr>
            <p:ph type="ftr" sz="quarter" idx="11"/>
          </p:nvPr>
        </p:nvSpPr>
        <p:spPr/>
        <p:txBody>
          <a:bodyPr/>
          <a:lstStyle/>
          <a:p>
            <a:r>
              <a:rPr lang="en-IN" dirty="0"/>
              <a:t>BATCH NO:  58    DEPARTMENT OF COMPUTER SCIENCE &amp; ENGINEERING</a:t>
            </a:r>
          </a:p>
        </p:txBody>
      </p:sp>
      <p:sp>
        <p:nvSpPr>
          <p:cNvPr id="6" name="Slide Number Placeholder 5">
            <a:extLst>
              <a:ext uri="{FF2B5EF4-FFF2-40B4-BE49-F238E27FC236}">
                <a16:creationId xmlns:a16="http://schemas.microsoft.com/office/drawing/2014/main" id="{6C546583-674F-42A8-928A-F486E9010254}"/>
              </a:ext>
            </a:extLst>
          </p:cNvPr>
          <p:cNvSpPr>
            <a:spLocks noGrp="1"/>
          </p:cNvSpPr>
          <p:nvPr>
            <p:ph type="sldNum" sz="quarter" idx="12"/>
          </p:nvPr>
        </p:nvSpPr>
        <p:spPr/>
        <p:txBody>
          <a:bodyPr/>
          <a:lstStyle/>
          <a:p>
            <a:fld id="{669AD40C-E5A7-4132-A31D-54A4D1BB6E89}" type="slidenum">
              <a:rPr lang="en-IN" smtClean="0"/>
              <a:t>7</a:t>
            </a:fld>
            <a:endParaRPr lang="en-IN" dirty="0"/>
          </a:p>
        </p:txBody>
      </p:sp>
      <p:sp>
        <p:nvSpPr>
          <p:cNvPr id="8" name="TextBox 7">
            <a:extLst>
              <a:ext uri="{FF2B5EF4-FFF2-40B4-BE49-F238E27FC236}">
                <a16:creationId xmlns:a16="http://schemas.microsoft.com/office/drawing/2014/main" id="{FDFE792C-02DF-4573-8EE2-976F3A1A1CA9}"/>
              </a:ext>
            </a:extLst>
          </p:cNvPr>
          <p:cNvSpPr txBox="1"/>
          <p:nvPr/>
        </p:nvSpPr>
        <p:spPr>
          <a:xfrm>
            <a:off x="457200" y="1556792"/>
            <a:ext cx="8363272" cy="2232727"/>
          </a:xfrm>
          <a:prstGeom prst="rect">
            <a:avLst/>
          </a:prstGeom>
          <a:noFill/>
        </p:spPr>
        <p:txBody>
          <a:bodyPr wrap="square">
            <a:spAutoFit/>
          </a:bodyPr>
          <a:lstStyle/>
          <a:p>
            <a:pPr marL="285750" indent="-285750">
              <a:lnSpc>
                <a:spcPct val="150000"/>
              </a:lnSpc>
              <a:buFont typeface="Wingdings" panose="05000000000000000000" pitchFamily="2" charset="2"/>
              <a:buChar char="§"/>
            </a:pPr>
            <a:r>
              <a:rPr lang="en-IN" sz="1900" b="0" i="0" dirty="0">
                <a:solidFill>
                  <a:srgbClr val="222222"/>
                </a:solidFill>
                <a:effectLst/>
                <a:latin typeface="Times New Roman" panose="02020603050405020304" pitchFamily="18" charset="0"/>
                <a:cs typeface="Times New Roman" panose="02020603050405020304" pitchFamily="18" charset="0"/>
              </a:rPr>
              <a:t>Sardar, A. A. M., Islam, S., &amp; Bhuiyan, T. (2021). A Review on Automatic Speech Emotion Recognition with an Experiment Using Multilayer Perceptron Classifier. In </a:t>
            </a:r>
            <a:r>
              <a:rPr lang="en-IN" sz="1900" b="0" i="1" dirty="0">
                <a:solidFill>
                  <a:srgbClr val="222222"/>
                </a:solidFill>
                <a:effectLst/>
                <a:latin typeface="Times New Roman" panose="02020603050405020304" pitchFamily="18" charset="0"/>
                <a:cs typeface="Times New Roman" panose="02020603050405020304" pitchFamily="18" charset="0"/>
              </a:rPr>
              <a:t>Soft Computing Techniques and Applications</a:t>
            </a:r>
            <a:r>
              <a:rPr lang="en-IN" sz="1900" b="0" i="0" dirty="0">
                <a:solidFill>
                  <a:srgbClr val="222222"/>
                </a:solidFill>
                <a:effectLst/>
                <a:latin typeface="Times New Roman" panose="02020603050405020304" pitchFamily="18" charset="0"/>
                <a:cs typeface="Times New Roman" panose="02020603050405020304" pitchFamily="18" charset="0"/>
              </a:rPr>
              <a:t> (pp. 381-388). Springer, Singapore.</a:t>
            </a:r>
          </a:p>
          <a:p>
            <a:pPr lvl="2">
              <a:lnSpc>
                <a:spcPct val="150000"/>
              </a:lnSpc>
            </a:pPr>
            <a:r>
              <a:rPr lang="en-IN" sz="1900" dirty="0">
                <a:latin typeface="Times New Roman" panose="02020603050405020304" pitchFamily="18" charset="0"/>
                <a:cs typeface="Times New Roman" panose="02020603050405020304" pitchFamily="18" charset="0"/>
              </a:rPr>
              <a:t>	</a:t>
            </a:r>
          </a:p>
        </p:txBody>
      </p:sp>
      <p:sp>
        <p:nvSpPr>
          <p:cNvPr id="12" name="TextBox 11">
            <a:extLst>
              <a:ext uri="{FF2B5EF4-FFF2-40B4-BE49-F238E27FC236}">
                <a16:creationId xmlns:a16="http://schemas.microsoft.com/office/drawing/2014/main" id="{D902A6C9-3967-4F5D-89C4-F481A783ADFC}"/>
              </a:ext>
            </a:extLst>
          </p:cNvPr>
          <p:cNvSpPr txBox="1"/>
          <p:nvPr/>
        </p:nvSpPr>
        <p:spPr>
          <a:xfrm>
            <a:off x="539552" y="3298699"/>
            <a:ext cx="8147248" cy="3548472"/>
          </a:xfrm>
          <a:prstGeom prst="rect">
            <a:avLst/>
          </a:prstGeom>
          <a:noFill/>
        </p:spPr>
        <p:txBody>
          <a:bodyPr wrap="square">
            <a:spAutoFit/>
          </a:bodyPr>
          <a:lstStyle/>
          <a:p>
            <a:pPr algn="just">
              <a:lnSpc>
                <a:spcPct val="150000"/>
              </a:lnSpc>
              <a:defRPr/>
            </a:pPr>
            <a:r>
              <a:rPr lang="en-US" sz="1900" b="0" i="0" dirty="0">
                <a:effectLst/>
                <a:latin typeface="Times New Roman" panose="02020603050405020304" pitchFamily="18" charset="0"/>
                <a:cs typeface="Times New Roman" panose="02020603050405020304" pitchFamily="18" charset="0"/>
              </a:rPr>
              <a:t>		Human–machine interaction is becoming popular day by day; to interact with machine, speech emotion recognition is as important as human to human interaction. In this research, we demonstrate a speech emotion recognition system which takes speech as input and classify emotions that the speech contains.</a:t>
            </a:r>
            <a:r>
              <a:rPr lang="en-US" sz="1900" dirty="0">
                <a:latin typeface="Times New Roman" panose="02020603050405020304" pitchFamily="18" charset="0"/>
                <a:cs typeface="Times New Roman" panose="02020603050405020304" pitchFamily="18" charset="0"/>
              </a:rPr>
              <a:t> Algorithms such as Logistic Regression, Support Vector Machine, Multilayer Perceptron, Convolutional Neural Network (CNN), and Long Short-Term Memory (LSTM).</a:t>
            </a:r>
            <a:endParaRPr lang="en-IN" sz="1900" dirty="0">
              <a:effectLst/>
              <a:latin typeface="Times New Roman" panose="02020603050405020304" pitchFamily="18" charset="0"/>
              <a:ea typeface="Calibri" panose="020F0502020204030204" pitchFamily="34" charset="0"/>
              <a:cs typeface="Times New Roman" panose="02020603050405020304" pitchFamily="18" charset="0"/>
            </a:endParaRPr>
          </a:p>
          <a:p>
            <a:pPr marR="0" lvl="0" algn="just" defTabSz="914400" rtl="0" eaLnBrk="1" fontAlgn="auto" latinLnBrk="0" hangingPunct="1">
              <a:lnSpc>
                <a:spcPct val="150000"/>
              </a:lnSpc>
              <a:spcBef>
                <a:spcPts val="0"/>
              </a:spcBef>
              <a:spcAft>
                <a:spcPts val="0"/>
              </a:spcAft>
              <a:buClrTx/>
              <a:buSzTx/>
              <a:tabLst/>
              <a:defRPr/>
            </a:pPr>
            <a:r>
              <a:rPr lang="en-US" sz="1900" b="0" i="0" dirty="0">
                <a:effectLst/>
                <a:latin typeface="Times New Roman" panose="02020603050405020304" pitchFamily="18" charset="0"/>
                <a:cs typeface="Times New Roman" panose="02020603050405020304" pitchFamily="18" charset="0"/>
              </a:rPr>
              <a:t> </a:t>
            </a:r>
            <a:endParaRPr lang="en-IN" sz="1900" dirty="0">
              <a:effectLst/>
              <a:latin typeface="Times New Roman" panose="02020603050405020304" pitchFamily="18" charset="0"/>
              <a:ea typeface="Calibri" panose="020F0502020204030204" pitchFamily="34" charset="0"/>
              <a:cs typeface="Times New Roman" panose="02020603050405020304" pitchFamily="18" charset="0"/>
            </a:endParaRPr>
          </a:p>
        </p:txBody>
      </p:sp>
    </p:spTree>
    <p:extLst>
      <p:ext uri="{BB962C8B-B14F-4D97-AF65-F5344CB8AC3E}">
        <p14:creationId xmlns:p14="http://schemas.microsoft.com/office/powerpoint/2010/main" val="1682686925"/>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6FB7B8E-4306-4CC3-90A1-9EA7D801CEAF}"/>
              </a:ext>
            </a:extLst>
          </p:cNvPr>
          <p:cNvSpPr>
            <a:spLocks noGrp="1"/>
          </p:cNvSpPr>
          <p:nvPr>
            <p:ph type="title"/>
          </p:nvPr>
        </p:nvSpPr>
        <p:spPr/>
        <p:txBody>
          <a:bodyPr>
            <a:normAutofit/>
          </a:bodyPr>
          <a:lstStyle/>
          <a:p>
            <a:pPr algn="just"/>
            <a:r>
              <a:rPr lang="en-IN" sz="2200" b="1" dirty="0">
                <a:latin typeface="Times New Roman" pitchFamily="18" charset="0"/>
                <a:cs typeface="Times New Roman" pitchFamily="18" charset="0"/>
              </a:rPr>
              <a:t>LITERATURE REVIEW</a:t>
            </a:r>
            <a:endParaRPr lang="en-IN" sz="2200" dirty="0"/>
          </a:p>
        </p:txBody>
      </p:sp>
      <p:sp>
        <p:nvSpPr>
          <p:cNvPr id="3" name="Content Placeholder 2">
            <a:extLst>
              <a:ext uri="{FF2B5EF4-FFF2-40B4-BE49-F238E27FC236}">
                <a16:creationId xmlns:a16="http://schemas.microsoft.com/office/drawing/2014/main" id="{4B72344C-33A9-449A-8427-8CCB5DB94FDB}"/>
              </a:ext>
            </a:extLst>
          </p:cNvPr>
          <p:cNvSpPr>
            <a:spLocks noGrp="1"/>
          </p:cNvSpPr>
          <p:nvPr>
            <p:ph idx="1"/>
          </p:nvPr>
        </p:nvSpPr>
        <p:spPr>
          <a:xfrm>
            <a:off x="460668" y="1401269"/>
            <a:ext cx="8229600" cy="4525963"/>
          </a:xfrm>
        </p:spPr>
        <p:txBody>
          <a:bodyPr>
            <a:normAutofit/>
          </a:bodyPr>
          <a:lstStyle/>
          <a:p>
            <a:pPr algn="just">
              <a:buFont typeface="Wingdings" panose="05000000000000000000" pitchFamily="2" charset="2"/>
              <a:buChar char="§"/>
            </a:pPr>
            <a:r>
              <a:rPr lang="en-IN" sz="2200" b="0" i="0" dirty="0">
                <a:solidFill>
                  <a:srgbClr val="222222"/>
                </a:solidFill>
                <a:effectLst/>
                <a:latin typeface="Times New Roman" panose="02020603050405020304" pitchFamily="18" charset="0"/>
                <a:cs typeface="Times New Roman" panose="02020603050405020304" pitchFamily="18" charset="0"/>
              </a:rPr>
              <a:t>Mokgonyane, T. B., Sefara, T. J., Modipa, T. I., Mogale, M. M., Manamela, M. J., &amp; Manamela, P. J. (2019, January). Automatic speaker recognition system based on machine learning algorithms (pp. 141-146). IEEE.</a:t>
            </a:r>
            <a:endParaRPr lang="en-IN" sz="2200" dirty="0">
              <a:latin typeface="Times New Roman" panose="02020603050405020304" pitchFamily="18" charset="0"/>
              <a:cs typeface="Times New Roman" panose="02020603050405020304" pitchFamily="18" charset="0"/>
            </a:endParaRPr>
          </a:p>
        </p:txBody>
      </p:sp>
      <p:sp>
        <p:nvSpPr>
          <p:cNvPr id="4" name="Date Placeholder 3">
            <a:extLst>
              <a:ext uri="{FF2B5EF4-FFF2-40B4-BE49-F238E27FC236}">
                <a16:creationId xmlns:a16="http://schemas.microsoft.com/office/drawing/2014/main" id="{3C05EF03-797B-40EF-8DDC-3E3F45EB7E74}"/>
              </a:ext>
            </a:extLst>
          </p:cNvPr>
          <p:cNvSpPr>
            <a:spLocks noGrp="1"/>
          </p:cNvSpPr>
          <p:nvPr>
            <p:ph type="dt" sz="half" idx="10"/>
          </p:nvPr>
        </p:nvSpPr>
        <p:spPr/>
        <p:txBody>
          <a:bodyPr/>
          <a:lstStyle/>
          <a:p>
            <a:pPr algn="just"/>
            <a:fld id="{526DEE5C-195B-4209-9085-526B148D6B3E}" type="datetime1">
              <a:rPr lang="en-IN" smtClean="0"/>
              <a:pPr algn="just"/>
              <a:t>07-06-2022</a:t>
            </a:fld>
            <a:endParaRPr lang="en-IN" dirty="0"/>
          </a:p>
        </p:txBody>
      </p:sp>
      <p:sp>
        <p:nvSpPr>
          <p:cNvPr id="5" name="Footer Placeholder 4">
            <a:extLst>
              <a:ext uri="{FF2B5EF4-FFF2-40B4-BE49-F238E27FC236}">
                <a16:creationId xmlns:a16="http://schemas.microsoft.com/office/drawing/2014/main" id="{37B91145-5FF5-4A26-8FA9-ED51C5F1C82A}"/>
              </a:ext>
            </a:extLst>
          </p:cNvPr>
          <p:cNvSpPr>
            <a:spLocks noGrp="1"/>
          </p:cNvSpPr>
          <p:nvPr>
            <p:ph type="ftr" sz="quarter" idx="11"/>
          </p:nvPr>
        </p:nvSpPr>
        <p:spPr/>
        <p:txBody>
          <a:bodyPr/>
          <a:lstStyle/>
          <a:p>
            <a:pPr algn="just"/>
            <a:r>
              <a:rPr lang="en-IN" dirty="0"/>
              <a:t>BATCH NO:  58    DEPARTMENT OF COMPUTER SCIENCE &amp; ENGINEERING</a:t>
            </a:r>
          </a:p>
        </p:txBody>
      </p:sp>
      <p:sp>
        <p:nvSpPr>
          <p:cNvPr id="6" name="Slide Number Placeholder 5">
            <a:extLst>
              <a:ext uri="{FF2B5EF4-FFF2-40B4-BE49-F238E27FC236}">
                <a16:creationId xmlns:a16="http://schemas.microsoft.com/office/drawing/2014/main" id="{E55CEBAE-B6A6-406B-A3D8-DB603F497FF6}"/>
              </a:ext>
            </a:extLst>
          </p:cNvPr>
          <p:cNvSpPr>
            <a:spLocks noGrp="1"/>
          </p:cNvSpPr>
          <p:nvPr>
            <p:ph type="sldNum" sz="quarter" idx="12"/>
          </p:nvPr>
        </p:nvSpPr>
        <p:spPr/>
        <p:txBody>
          <a:bodyPr/>
          <a:lstStyle/>
          <a:p>
            <a:pPr algn="just"/>
            <a:fld id="{669AD40C-E5A7-4132-A31D-54A4D1BB6E89}" type="slidenum">
              <a:rPr lang="en-IN" smtClean="0"/>
              <a:pPr algn="just"/>
              <a:t>8</a:t>
            </a:fld>
            <a:endParaRPr lang="en-IN" dirty="0"/>
          </a:p>
        </p:txBody>
      </p:sp>
      <p:sp>
        <p:nvSpPr>
          <p:cNvPr id="8" name="TextBox 7">
            <a:extLst>
              <a:ext uri="{FF2B5EF4-FFF2-40B4-BE49-F238E27FC236}">
                <a16:creationId xmlns:a16="http://schemas.microsoft.com/office/drawing/2014/main" id="{901D1B78-4A03-4087-8B61-3A6BC8B4FD39}"/>
              </a:ext>
            </a:extLst>
          </p:cNvPr>
          <p:cNvSpPr txBox="1"/>
          <p:nvPr/>
        </p:nvSpPr>
        <p:spPr>
          <a:xfrm>
            <a:off x="755576" y="3002470"/>
            <a:ext cx="7848872" cy="3268652"/>
          </a:xfrm>
          <a:prstGeom prst="rect">
            <a:avLst/>
          </a:prstGeom>
          <a:noFill/>
        </p:spPr>
        <p:txBody>
          <a:bodyPr wrap="square">
            <a:spAutoFit/>
          </a:bodyPr>
          <a:lstStyle/>
          <a:p>
            <a:pPr algn="just">
              <a:lnSpc>
                <a:spcPct val="150000"/>
              </a:lnSpc>
            </a:pPr>
            <a:r>
              <a:rPr lang="en-US" sz="2000" b="0" i="0" dirty="0">
                <a:solidFill>
                  <a:srgbClr val="333333"/>
                </a:solidFill>
                <a:effectLst/>
                <a:latin typeface="Times New Roman" panose="02020603050405020304" pitchFamily="18" charset="0"/>
                <a:cs typeface="Times New Roman" panose="02020603050405020304" pitchFamily="18" charset="0"/>
              </a:rPr>
              <a:t>	This paper presents the development of an automatic speaker recognition system that incorporates classification and recognition of Sepedi home language speakers. Four classifier models, namely, Support Vector Machines, K-Nearest Neighbors, Multilayer Perceptron (MLP) and Random Forest (RF), are trained using WEKA data mining tool. Auto-WEKA is applied to determine the best classifier model together with its best hyper-parameters.</a:t>
            </a:r>
            <a:endParaRPr lang="en-IN" sz="20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516542428"/>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40CBD48-3C5E-4C5D-852F-2605D6E582DB}"/>
              </a:ext>
            </a:extLst>
          </p:cNvPr>
          <p:cNvSpPr>
            <a:spLocks noGrp="1"/>
          </p:cNvSpPr>
          <p:nvPr>
            <p:ph type="title"/>
          </p:nvPr>
        </p:nvSpPr>
        <p:spPr/>
        <p:txBody>
          <a:bodyPr>
            <a:normAutofit/>
          </a:bodyPr>
          <a:lstStyle/>
          <a:p>
            <a:pPr algn="l"/>
            <a:r>
              <a:rPr lang="en-IN" sz="2200" b="1" dirty="0">
                <a:latin typeface="Times New Roman" pitchFamily="18" charset="0"/>
                <a:cs typeface="Times New Roman" pitchFamily="18" charset="0"/>
              </a:rPr>
              <a:t>LITERATURE REVIEW</a:t>
            </a:r>
            <a:endParaRPr lang="en-IN" sz="2200" dirty="0"/>
          </a:p>
        </p:txBody>
      </p:sp>
      <p:sp>
        <p:nvSpPr>
          <p:cNvPr id="4" name="Date Placeholder 3">
            <a:extLst>
              <a:ext uri="{FF2B5EF4-FFF2-40B4-BE49-F238E27FC236}">
                <a16:creationId xmlns:a16="http://schemas.microsoft.com/office/drawing/2014/main" id="{A63A0B8A-3AF8-46E5-B8B8-2A0F7795F446}"/>
              </a:ext>
            </a:extLst>
          </p:cNvPr>
          <p:cNvSpPr>
            <a:spLocks noGrp="1"/>
          </p:cNvSpPr>
          <p:nvPr>
            <p:ph type="dt" sz="half" idx="10"/>
          </p:nvPr>
        </p:nvSpPr>
        <p:spPr/>
        <p:txBody>
          <a:bodyPr/>
          <a:lstStyle/>
          <a:p>
            <a:fld id="{526DEE5C-195B-4209-9085-526B148D6B3E}" type="datetime1">
              <a:rPr lang="en-IN" smtClean="0"/>
              <a:t>07-06-2022</a:t>
            </a:fld>
            <a:endParaRPr lang="en-IN" dirty="0"/>
          </a:p>
        </p:txBody>
      </p:sp>
      <p:sp>
        <p:nvSpPr>
          <p:cNvPr id="5" name="Footer Placeholder 4">
            <a:extLst>
              <a:ext uri="{FF2B5EF4-FFF2-40B4-BE49-F238E27FC236}">
                <a16:creationId xmlns:a16="http://schemas.microsoft.com/office/drawing/2014/main" id="{26519040-F366-47E3-A37F-F04AA7C51796}"/>
              </a:ext>
            </a:extLst>
          </p:cNvPr>
          <p:cNvSpPr>
            <a:spLocks noGrp="1"/>
          </p:cNvSpPr>
          <p:nvPr>
            <p:ph type="ftr" sz="quarter" idx="11"/>
          </p:nvPr>
        </p:nvSpPr>
        <p:spPr/>
        <p:txBody>
          <a:bodyPr/>
          <a:lstStyle/>
          <a:p>
            <a:r>
              <a:rPr lang="en-IN" dirty="0"/>
              <a:t>BATCH NO:  58    DEPARTMENT OF COMPUTER SCIENCE &amp; ENGINEERING</a:t>
            </a:r>
          </a:p>
        </p:txBody>
      </p:sp>
      <p:sp>
        <p:nvSpPr>
          <p:cNvPr id="6" name="Slide Number Placeholder 5">
            <a:extLst>
              <a:ext uri="{FF2B5EF4-FFF2-40B4-BE49-F238E27FC236}">
                <a16:creationId xmlns:a16="http://schemas.microsoft.com/office/drawing/2014/main" id="{1002749B-C1A8-4306-9D35-7F87622D1BCF}"/>
              </a:ext>
            </a:extLst>
          </p:cNvPr>
          <p:cNvSpPr>
            <a:spLocks noGrp="1"/>
          </p:cNvSpPr>
          <p:nvPr>
            <p:ph type="sldNum" sz="quarter" idx="12"/>
          </p:nvPr>
        </p:nvSpPr>
        <p:spPr/>
        <p:txBody>
          <a:bodyPr/>
          <a:lstStyle/>
          <a:p>
            <a:fld id="{669AD40C-E5A7-4132-A31D-54A4D1BB6E89}" type="slidenum">
              <a:rPr lang="en-IN" smtClean="0"/>
              <a:t>9</a:t>
            </a:fld>
            <a:endParaRPr lang="en-IN" dirty="0"/>
          </a:p>
        </p:txBody>
      </p:sp>
      <p:sp>
        <p:nvSpPr>
          <p:cNvPr id="7" name="Title 1">
            <a:extLst>
              <a:ext uri="{FF2B5EF4-FFF2-40B4-BE49-F238E27FC236}">
                <a16:creationId xmlns:a16="http://schemas.microsoft.com/office/drawing/2014/main" id="{D50E9720-8B4D-423C-B172-4B80D1D9FE60}"/>
              </a:ext>
            </a:extLst>
          </p:cNvPr>
          <p:cNvSpPr txBox="1">
            <a:spLocks/>
          </p:cNvSpPr>
          <p:nvPr/>
        </p:nvSpPr>
        <p:spPr>
          <a:xfrm>
            <a:off x="457200" y="245142"/>
            <a:ext cx="8229600" cy="1143000"/>
          </a:xfrm>
          <a:prstGeom prst="rect">
            <a:avLst/>
          </a:prstGeom>
        </p:spPr>
        <p:txBody>
          <a:bodyPr vert="horz" lIns="91440" tIns="45720" rIns="91440" bIns="45720" rtlCol="0" anchor="ctr">
            <a:normAutofit/>
          </a:bodyPr>
          <a:lstStyle>
            <a:lvl1pPr algn="ctr" defTabSz="914400" rtl="0" eaLnBrk="1" latinLnBrk="0" hangingPunct="1">
              <a:spcBef>
                <a:spcPct val="0"/>
              </a:spcBef>
              <a:buNone/>
              <a:defRPr sz="4400" kern="1200">
                <a:solidFill>
                  <a:schemeClr val="tx1"/>
                </a:solidFill>
                <a:latin typeface="+mj-lt"/>
                <a:ea typeface="+mj-ea"/>
                <a:cs typeface="+mj-cs"/>
              </a:defRPr>
            </a:lvl1pPr>
          </a:lstStyle>
          <a:p>
            <a:endParaRPr lang="en-IN" dirty="0"/>
          </a:p>
        </p:txBody>
      </p:sp>
      <p:sp>
        <p:nvSpPr>
          <p:cNvPr id="10" name="TextBox 9">
            <a:extLst>
              <a:ext uri="{FF2B5EF4-FFF2-40B4-BE49-F238E27FC236}">
                <a16:creationId xmlns:a16="http://schemas.microsoft.com/office/drawing/2014/main" id="{427617CE-2BA8-48DE-98B7-B3D3937C54D6}"/>
              </a:ext>
            </a:extLst>
          </p:cNvPr>
          <p:cNvSpPr txBox="1"/>
          <p:nvPr/>
        </p:nvSpPr>
        <p:spPr>
          <a:xfrm>
            <a:off x="457200" y="1556792"/>
            <a:ext cx="8363272" cy="1421992"/>
          </a:xfrm>
          <a:prstGeom prst="rect">
            <a:avLst/>
          </a:prstGeom>
          <a:noFill/>
        </p:spPr>
        <p:txBody>
          <a:bodyPr wrap="square">
            <a:spAutoFit/>
          </a:bodyPr>
          <a:lstStyle/>
          <a:p>
            <a:pPr marL="285750" indent="-285750" algn="just">
              <a:lnSpc>
                <a:spcPct val="150000"/>
              </a:lnSpc>
              <a:buFont typeface="Wingdings" panose="05000000000000000000" pitchFamily="2" charset="2"/>
              <a:buChar char="§"/>
            </a:pPr>
            <a:r>
              <a:rPr lang="en-IN" sz="2000" b="0" i="0" dirty="0">
                <a:solidFill>
                  <a:srgbClr val="222222"/>
                </a:solidFill>
                <a:effectLst/>
                <a:latin typeface="Times New Roman" panose="02020603050405020304" pitchFamily="18" charset="0"/>
                <a:cs typeface="Times New Roman" panose="02020603050405020304" pitchFamily="18" charset="0"/>
              </a:rPr>
              <a:t>Berkane, M., Belhouchette, K., &amp; Belhadef, H. (2019). Emotion recognition approach using multilayer perceptron network and motion estimation. </a:t>
            </a:r>
            <a:r>
              <a:rPr lang="en-IN" sz="2000" b="0" i="1" dirty="0">
                <a:solidFill>
                  <a:srgbClr val="222222"/>
                </a:solidFill>
                <a:effectLst/>
                <a:latin typeface="Times New Roman" panose="02020603050405020304" pitchFamily="18" charset="0"/>
                <a:cs typeface="Times New Roman" panose="02020603050405020304" pitchFamily="18" charset="0"/>
              </a:rPr>
              <a:t>International Journal of Synthetic Emotions (IJSE)</a:t>
            </a:r>
            <a:r>
              <a:rPr lang="en-IN" sz="2000" b="0" i="0" dirty="0">
                <a:solidFill>
                  <a:srgbClr val="222222"/>
                </a:solidFill>
                <a:effectLst/>
                <a:latin typeface="Times New Roman" panose="02020603050405020304" pitchFamily="18" charset="0"/>
                <a:cs typeface="Times New Roman" panose="02020603050405020304" pitchFamily="18" charset="0"/>
              </a:rPr>
              <a:t>, </a:t>
            </a:r>
            <a:r>
              <a:rPr lang="en-IN" sz="2000" b="0" i="1" dirty="0">
                <a:solidFill>
                  <a:srgbClr val="222222"/>
                </a:solidFill>
                <a:effectLst/>
                <a:latin typeface="Times New Roman" panose="02020603050405020304" pitchFamily="18" charset="0"/>
                <a:cs typeface="Times New Roman" panose="02020603050405020304" pitchFamily="18" charset="0"/>
              </a:rPr>
              <a:t>10</a:t>
            </a:r>
            <a:r>
              <a:rPr lang="en-IN" sz="2000" b="0" i="0" dirty="0">
                <a:solidFill>
                  <a:srgbClr val="222222"/>
                </a:solidFill>
                <a:effectLst/>
                <a:latin typeface="Times New Roman" panose="02020603050405020304" pitchFamily="18" charset="0"/>
                <a:cs typeface="Times New Roman" panose="02020603050405020304" pitchFamily="18" charset="0"/>
              </a:rPr>
              <a:t>(1), 38-53.</a:t>
            </a:r>
            <a:endParaRPr lang="en-IN" sz="2000" dirty="0">
              <a:latin typeface="Times New Roman" panose="02020603050405020304" pitchFamily="18" charset="0"/>
              <a:cs typeface="Times New Roman" panose="02020603050405020304" pitchFamily="18" charset="0"/>
            </a:endParaRPr>
          </a:p>
        </p:txBody>
      </p:sp>
      <p:sp>
        <p:nvSpPr>
          <p:cNvPr id="12" name="TextBox 11">
            <a:extLst>
              <a:ext uri="{FF2B5EF4-FFF2-40B4-BE49-F238E27FC236}">
                <a16:creationId xmlns:a16="http://schemas.microsoft.com/office/drawing/2014/main" id="{D135F063-4EBD-4F78-B7D2-4EA02EAE9D0F}"/>
              </a:ext>
            </a:extLst>
          </p:cNvPr>
          <p:cNvSpPr txBox="1"/>
          <p:nvPr/>
        </p:nvSpPr>
        <p:spPr>
          <a:xfrm>
            <a:off x="611560" y="3212976"/>
            <a:ext cx="7920880" cy="2345322"/>
          </a:xfrm>
          <a:prstGeom prst="rect">
            <a:avLst/>
          </a:prstGeom>
          <a:noFill/>
        </p:spPr>
        <p:txBody>
          <a:bodyPr wrap="square">
            <a:spAutoFit/>
          </a:bodyPr>
          <a:lstStyle/>
          <a:p>
            <a:pPr algn="just">
              <a:lnSpc>
                <a:spcPct val="150000"/>
              </a:lnSpc>
            </a:pPr>
            <a:r>
              <a:rPr lang="en-US" sz="2000" b="0" i="0" dirty="0">
                <a:solidFill>
                  <a:srgbClr val="333333"/>
                </a:solidFill>
                <a:effectLst/>
                <a:latin typeface="Times New Roman" panose="02020603050405020304" pitchFamily="18" charset="0"/>
                <a:cs typeface="Times New Roman" panose="02020603050405020304" pitchFamily="18" charset="0"/>
              </a:rPr>
              <a:t>	They have adopted independent component analysis (ICA) as the extraction method and MLP as the model classifier. In the field of emotion recognition, multilayer perceptron is widely used. The second emotional recognition source is the neurological signals, like is developed by Kumar (Kumar et al., 2019), their system used an EEG to recognize emotions.</a:t>
            </a:r>
            <a:endParaRPr lang="en-IN" sz="20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575622480"/>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1052736"/>
            <a:ext cx="8229600" cy="5112568"/>
          </a:xfrm>
        </p:spPr>
        <p:txBody>
          <a:bodyPr>
            <a:normAutofit fontScale="92500" lnSpcReduction="10000"/>
          </a:bodyPr>
          <a:lstStyle/>
          <a:p>
            <a:pPr marL="0" indent="0" algn="just">
              <a:buNone/>
            </a:pPr>
            <a:r>
              <a:rPr lang="en-IN" sz="2400" b="1" dirty="0">
                <a:latin typeface="Times New Roman" pitchFamily="18" charset="0"/>
                <a:cs typeface="Times New Roman" pitchFamily="18" charset="0"/>
              </a:rPr>
              <a:t>Multi-layer perceptron:</a:t>
            </a:r>
          </a:p>
          <a:p>
            <a:pPr marL="0" indent="0" algn="just">
              <a:buNone/>
            </a:pPr>
            <a:endParaRPr lang="en-IN" sz="2400" b="1" dirty="0">
              <a:latin typeface="Times New Roman" pitchFamily="18" charset="0"/>
              <a:cs typeface="Times New Roman" pitchFamily="18" charset="0"/>
            </a:endParaRPr>
          </a:p>
          <a:p>
            <a:pPr algn="just">
              <a:buFont typeface="Wingdings" panose="05000000000000000000" pitchFamily="2" charset="2"/>
              <a:buChar char="Ø"/>
            </a:pPr>
            <a:r>
              <a:rPr lang="en-US" sz="2200" dirty="0">
                <a:solidFill>
                  <a:srgbClr val="2E2E2E"/>
                </a:solidFill>
                <a:latin typeface="Times New Roman" panose="02020603050405020304" pitchFamily="18" charset="0"/>
                <a:cs typeface="Times New Roman" panose="02020603050405020304" pitchFamily="18" charset="0"/>
              </a:rPr>
              <a:t>A novel Multi-Layer Perceptron (MLP)-based speech recognition method is proposed in this study.</a:t>
            </a:r>
          </a:p>
          <a:p>
            <a:pPr algn="just">
              <a:buFont typeface="Wingdings" panose="05000000000000000000" pitchFamily="2" charset="2"/>
              <a:buChar char="Ø"/>
            </a:pPr>
            <a:endParaRPr lang="en-US" sz="2200" dirty="0">
              <a:solidFill>
                <a:srgbClr val="2E2E2E"/>
              </a:solidFill>
              <a:latin typeface="Times New Roman" panose="02020603050405020304" pitchFamily="18" charset="0"/>
              <a:cs typeface="Times New Roman" panose="02020603050405020304" pitchFamily="18" charset="0"/>
            </a:endParaRPr>
          </a:p>
          <a:p>
            <a:pPr algn="just">
              <a:buFont typeface="Wingdings" panose="05000000000000000000" pitchFamily="2" charset="2"/>
              <a:buChar char="Ø"/>
            </a:pPr>
            <a:r>
              <a:rPr lang="en-GB" sz="2200" dirty="0">
                <a:latin typeface="Times New Roman" panose="02020603050405020304" pitchFamily="18" charset="0"/>
                <a:cs typeface="Times New Roman" panose="02020603050405020304" pitchFamily="18" charset="0"/>
              </a:rPr>
              <a:t>A Multi-Layer Perceptron (MLP) is a feed forward artificial neural network that generates a set of outputs from a set of inputs.</a:t>
            </a:r>
          </a:p>
          <a:p>
            <a:pPr algn="just">
              <a:buFont typeface="Wingdings" panose="05000000000000000000" pitchFamily="2" charset="2"/>
              <a:buChar char="Ø"/>
            </a:pPr>
            <a:endParaRPr lang="en-GB" sz="2200" dirty="0">
              <a:latin typeface="Times New Roman" panose="02020603050405020304" pitchFamily="18" charset="0"/>
              <a:cs typeface="Times New Roman" panose="02020603050405020304" pitchFamily="18" charset="0"/>
            </a:endParaRPr>
          </a:p>
          <a:p>
            <a:pPr algn="just">
              <a:buFont typeface="Wingdings" panose="05000000000000000000" pitchFamily="2" charset="2"/>
              <a:buChar char="Ø"/>
            </a:pPr>
            <a:r>
              <a:rPr lang="en-US" sz="2200" dirty="0">
                <a:solidFill>
                  <a:srgbClr val="202122"/>
                </a:solidFill>
                <a:latin typeface="Times New Roman" panose="02020603050405020304" pitchFamily="18" charset="0"/>
                <a:cs typeface="Times New Roman" panose="02020603050405020304" pitchFamily="18" charset="0"/>
              </a:rPr>
              <a:t>The MLP formed by  three or more layers (an input and an output layer with one or more hidden layers which are directly connected in graph) of nonlinearly-activating nodes.</a:t>
            </a:r>
          </a:p>
          <a:p>
            <a:pPr marL="0" indent="0" algn="just">
              <a:buNone/>
            </a:pPr>
            <a:r>
              <a:rPr lang="en-US" sz="2200" dirty="0">
                <a:latin typeface="Times New Roman" panose="02020603050405020304" pitchFamily="18" charset="0"/>
                <a:cs typeface="Times New Roman" panose="02020603050405020304" pitchFamily="18" charset="0"/>
              </a:rPr>
              <a:t> </a:t>
            </a:r>
          </a:p>
          <a:p>
            <a:pPr algn="just">
              <a:buFont typeface="Wingdings" panose="05000000000000000000" pitchFamily="2" charset="2"/>
              <a:buChar char="Ø"/>
            </a:pPr>
            <a:r>
              <a:rPr lang="en-US" sz="2200" dirty="0">
                <a:latin typeface="Times New Roman" panose="02020603050405020304" pitchFamily="18" charset="0"/>
                <a:cs typeface="Times New Roman" panose="02020603050405020304" pitchFamily="18" charset="0"/>
              </a:rPr>
              <a:t>Multilayer Perceptron are often applied to supervised learning problems. They train on a set of input-output pairs and learn to model the correlation (or dependencies) between those inputs and outputs.</a:t>
            </a:r>
          </a:p>
          <a:p>
            <a:pPr algn="just">
              <a:buFont typeface="Wingdings" panose="05000000000000000000" pitchFamily="2" charset="2"/>
              <a:buChar char="Ø"/>
            </a:pPr>
            <a:endParaRPr lang="en-US" sz="2200" dirty="0">
              <a:latin typeface="Times New Roman" panose="02020603050405020304" pitchFamily="18" charset="0"/>
              <a:cs typeface="Times New Roman" panose="02020603050405020304" pitchFamily="18" charset="0"/>
            </a:endParaRPr>
          </a:p>
        </p:txBody>
      </p:sp>
      <p:sp>
        <p:nvSpPr>
          <p:cNvPr id="4" name="Footer Placeholder 3"/>
          <p:cNvSpPr>
            <a:spLocks noGrp="1"/>
          </p:cNvSpPr>
          <p:nvPr>
            <p:ph type="ftr" sz="quarter" idx="11"/>
          </p:nvPr>
        </p:nvSpPr>
        <p:spPr/>
        <p:txBody>
          <a:bodyPr/>
          <a:lstStyle/>
          <a:p>
            <a:r>
              <a:rPr lang="en-IN" dirty="0"/>
              <a:t>BATCH NO:  58    DEPARTMENT OF COMPUTER SCIENCE &amp; ENGINEERING</a:t>
            </a:r>
          </a:p>
        </p:txBody>
      </p:sp>
      <p:sp>
        <p:nvSpPr>
          <p:cNvPr id="5" name="Slide Number Placeholder 4"/>
          <p:cNvSpPr>
            <a:spLocks noGrp="1"/>
          </p:cNvSpPr>
          <p:nvPr>
            <p:ph type="sldNum" sz="quarter" idx="12"/>
          </p:nvPr>
        </p:nvSpPr>
        <p:spPr/>
        <p:txBody>
          <a:bodyPr/>
          <a:lstStyle/>
          <a:p>
            <a:fld id="{FA00FD27-8DB0-4CB2-BD37-BEA95C6A1008}" type="slidenum">
              <a:rPr lang="en-IN" smtClean="0"/>
              <a:t>10</a:t>
            </a:fld>
            <a:endParaRPr lang="en-IN" dirty="0"/>
          </a:p>
        </p:txBody>
      </p:sp>
      <p:sp>
        <p:nvSpPr>
          <p:cNvPr id="6" name="Title 1"/>
          <p:cNvSpPr>
            <a:spLocks noGrp="1"/>
          </p:cNvSpPr>
          <p:nvPr>
            <p:ph type="title"/>
          </p:nvPr>
        </p:nvSpPr>
        <p:spPr>
          <a:xfrm>
            <a:off x="451978" y="0"/>
            <a:ext cx="8229600" cy="1143000"/>
          </a:xfrm>
        </p:spPr>
        <p:txBody>
          <a:bodyPr/>
          <a:lstStyle/>
          <a:p>
            <a:pPr algn="l"/>
            <a:r>
              <a:rPr lang="en-IN" sz="2400" b="1" dirty="0">
                <a:latin typeface="Times New Roman" pitchFamily="18" charset="0"/>
                <a:cs typeface="Times New Roman" pitchFamily="18" charset="0"/>
              </a:rPr>
              <a:t>DESIGN AND METHODOLOGIES</a:t>
            </a:r>
            <a:endParaRPr lang="en-IN" dirty="0"/>
          </a:p>
        </p:txBody>
      </p:sp>
      <p:sp>
        <p:nvSpPr>
          <p:cNvPr id="2" name="Date Placeholder 1">
            <a:extLst>
              <a:ext uri="{FF2B5EF4-FFF2-40B4-BE49-F238E27FC236}">
                <a16:creationId xmlns:a16="http://schemas.microsoft.com/office/drawing/2014/main" id="{C3397D96-83FE-4216-8172-3654D20CA535}"/>
              </a:ext>
            </a:extLst>
          </p:cNvPr>
          <p:cNvSpPr>
            <a:spLocks noGrp="1"/>
          </p:cNvSpPr>
          <p:nvPr>
            <p:ph type="dt" sz="half" idx="10"/>
          </p:nvPr>
        </p:nvSpPr>
        <p:spPr/>
        <p:txBody>
          <a:bodyPr/>
          <a:lstStyle/>
          <a:p>
            <a:fld id="{F8E2ADAE-2B48-48DF-9475-2B5A075F4E68}" type="datetime1">
              <a:rPr lang="en-IN" smtClean="0"/>
              <a:t>07-06-2022</a:t>
            </a:fld>
            <a:endParaRPr lang="en-IN" dirty="0"/>
          </a:p>
        </p:txBody>
      </p:sp>
    </p:spTree>
    <p:extLst>
      <p:ext uri="{BB962C8B-B14F-4D97-AF65-F5344CB8AC3E}">
        <p14:creationId xmlns:p14="http://schemas.microsoft.com/office/powerpoint/2010/main" val="4020428983"/>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953A219D-EBC6-460A-918B-F1FABFEA6BB8}"/>
              </a:ext>
            </a:extLst>
          </p:cNvPr>
          <p:cNvSpPr txBox="1"/>
          <p:nvPr/>
        </p:nvSpPr>
        <p:spPr>
          <a:xfrm>
            <a:off x="251520" y="1089164"/>
            <a:ext cx="8305800" cy="5632311"/>
          </a:xfrm>
          <a:prstGeom prst="rect">
            <a:avLst/>
          </a:prstGeom>
          <a:noFill/>
        </p:spPr>
        <p:txBody>
          <a:bodyPr wrap="square">
            <a:spAutoFit/>
          </a:bodyPr>
          <a:lstStyle/>
          <a:p>
            <a:pPr marL="285750" indent="-285750" algn="just">
              <a:lnSpc>
                <a:spcPct val="150000"/>
              </a:lnSpc>
              <a:buFont typeface="Wingdings" panose="05000000000000000000" pitchFamily="2" charset="2"/>
              <a:buChar char="Ø"/>
            </a:pPr>
            <a:r>
              <a:rPr lang="en-US" sz="2000" dirty="0">
                <a:latin typeface="Times New Roman" panose="02020603050405020304" pitchFamily="18" charset="0"/>
                <a:cs typeface="Times New Roman" panose="02020603050405020304" pitchFamily="18" charset="0"/>
              </a:rPr>
              <a:t>The Network being real values. If you have classified data, such as attribute 1 with the values “male” and “female”, emotion attributes 2 such as “happy”, “sad”, “angry” etc. you can convert it to a real valued representation which is called a one hot encoding.</a:t>
            </a:r>
          </a:p>
          <a:p>
            <a:pPr marL="285750" indent="-285750" algn="just">
              <a:lnSpc>
                <a:spcPct val="150000"/>
              </a:lnSpc>
              <a:buFont typeface="Wingdings" panose="05000000000000000000" pitchFamily="2" charset="2"/>
              <a:buChar char="Ø"/>
            </a:pPr>
            <a:r>
              <a:rPr lang="en-US" sz="2000" dirty="0">
                <a:latin typeface="Times New Roman" panose="02020603050405020304" pitchFamily="18" charset="0"/>
                <a:cs typeface="Times New Roman" panose="02020603050405020304" pitchFamily="18" charset="0"/>
              </a:rPr>
              <a:t>The input given to the model should be the features extracted along with the emotion category that it belongs to,  and stored correspondingly into respective arrays so that, classifier will be able to identify the patterns, correlations and then classify the data.</a:t>
            </a:r>
          </a:p>
          <a:p>
            <a:pPr marL="285750" indent="-285750" algn="just">
              <a:lnSpc>
                <a:spcPct val="150000"/>
              </a:lnSpc>
              <a:buFont typeface="Wingdings" panose="05000000000000000000" pitchFamily="2" charset="2"/>
              <a:buChar char="Ø"/>
            </a:pPr>
            <a:r>
              <a:rPr lang="en-US" sz="2000" dirty="0">
                <a:latin typeface="Times New Roman" panose="02020603050405020304" pitchFamily="18" charset="0"/>
                <a:cs typeface="Times New Roman" panose="02020603050405020304" pitchFamily="18" charset="0"/>
              </a:rPr>
              <a:t>This training helps the model to understand, which emotions have what range of the respective features. So, when an unseen data is given as an input, it will be able to correlate and predict the emotion.</a:t>
            </a:r>
          </a:p>
          <a:p>
            <a:pPr marL="285750" indent="-285750" algn="just">
              <a:lnSpc>
                <a:spcPct val="150000"/>
              </a:lnSpc>
              <a:buFont typeface="Wingdings" panose="05000000000000000000" pitchFamily="2" charset="2"/>
              <a:buChar char="Ø"/>
            </a:pPr>
            <a:endParaRPr lang="en-IN" sz="2000" dirty="0">
              <a:latin typeface="Times New Roman" panose="02020603050405020304" pitchFamily="18" charset="0"/>
              <a:cs typeface="Times New Roman" panose="02020603050405020304" pitchFamily="18" charset="0"/>
            </a:endParaRPr>
          </a:p>
        </p:txBody>
      </p:sp>
      <p:sp>
        <p:nvSpPr>
          <p:cNvPr id="4" name="Date Placeholder 3">
            <a:extLst>
              <a:ext uri="{FF2B5EF4-FFF2-40B4-BE49-F238E27FC236}">
                <a16:creationId xmlns:a16="http://schemas.microsoft.com/office/drawing/2014/main" id="{50C4570C-21BE-4EE7-A231-25C91330AC84}"/>
              </a:ext>
            </a:extLst>
          </p:cNvPr>
          <p:cNvSpPr>
            <a:spLocks noGrp="1"/>
          </p:cNvSpPr>
          <p:nvPr>
            <p:ph type="dt" sz="half" idx="10"/>
          </p:nvPr>
        </p:nvSpPr>
        <p:spPr>
          <a:xfrm>
            <a:off x="457200" y="6356350"/>
            <a:ext cx="2133600" cy="365125"/>
          </a:xfrm>
        </p:spPr>
        <p:txBody>
          <a:bodyPr/>
          <a:lstStyle/>
          <a:p>
            <a:fld id="{526DEE5C-195B-4209-9085-526B148D6B3E}" type="datetime1">
              <a:rPr lang="en-IN" smtClean="0"/>
              <a:t>07-06-2022</a:t>
            </a:fld>
            <a:endParaRPr lang="en-IN" dirty="0"/>
          </a:p>
        </p:txBody>
      </p:sp>
      <p:sp>
        <p:nvSpPr>
          <p:cNvPr id="5" name="Footer Placeholder 4">
            <a:extLst>
              <a:ext uri="{FF2B5EF4-FFF2-40B4-BE49-F238E27FC236}">
                <a16:creationId xmlns:a16="http://schemas.microsoft.com/office/drawing/2014/main" id="{805FDD06-1A46-41E5-8DFE-9945E5D00AB9}"/>
              </a:ext>
            </a:extLst>
          </p:cNvPr>
          <p:cNvSpPr>
            <a:spLocks noGrp="1"/>
          </p:cNvSpPr>
          <p:nvPr>
            <p:ph type="ftr" sz="quarter" idx="11"/>
          </p:nvPr>
        </p:nvSpPr>
        <p:spPr>
          <a:xfrm>
            <a:off x="3124200" y="6356350"/>
            <a:ext cx="2895600" cy="365125"/>
          </a:xfrm>
        </p:spPr>
        <p:txBody>
          <a:bodyPr/>
          <a:lstStyle/>
          <a:p>
            <a:r>
              <a:rPr lang="en-IN" dirty="0"/>
              <a:t>BATCH NO:  58    DEPARTMENT OF COMPUTER SCIENCE &amp; ENGINEERING</a:t>
            </a:r>
          </a:p>
        </p:txBody>
      </p:sp>
      <p:sp>
        <p:nvSpPr>
          <p:cNvPr id="6" name="Slide Number Placeholder 5">
            <a:extLst>
              <a:ext uri="{FF2B5EF4-FFF2-40B4-BE49-F238E27FC236}">
                <a16:creationId xmlns:a16="http://schemas.microsoft.com/office/drawing/2014/main" id="{17A72D4D-0CD3-4CE3-A7CF-D2F232CF55B4}"/>
              </a:ext>
            </a:extLst>
          </p:cNvPr>
          <p:cNvSpPr>
            <a:spLocks noGrp="1"/>
          </p:cNvSpPr>
          <p:nvPr>
            <p:ph type="sldNum" sz="quarter" idx="12"/>
          </p:nvPr>
        </p:nvSpPr>
        <p:spPr>
          <a:xfrm>
            <a:off x="6553200" y="6356350"/>
            <a:ext cx="2133600" cy="365125"/>
          </a:xfrm>
        </p:spPr>
        <p:txBody>
          <a:bodyPr/>
          <a:lstStyle/>
          <a:p>
            <a:fld id="{669AD40C-E5A7-4132-A31D-54A4D1BB6E89}" type="slidenum">
              <a:rPr lang="en-IN" smtClean="0"/>
              <a:t>11</a:t>
            </a:fld>
            <a:endParaRPr lang="en-IN" dirty="0"/>
          </a:p>
        </p:txBody>
      </p:sp>
    </p:spTree>
    <p:extLst>
      <p:ext uri="{BB962C8B-B14F-4D97-AF65-F5344CB8AC3E}">
        <p14:creationId xmlns:p14="http://schemas.microsoft.com/office/powerpoint/2010/main" val="962244185"/>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23528" y="188640"/>
            <a:ext cx="2016224" cy="504056"/>
          </a:xfrm>
        </p:spPr>
        <p:txBody>
          <a:bodyPr>
            <a:noAutofit/>
          </a:bodyPr>
          <a:lstStyle/>
          <a:p>
            <a:r>
              <a:rPr lang="en-GB" sz="2600" b="1" dirty="0">
                <a:latin typeface="Times New Roman" panose="02020603050405020304" pitchFamily="18" charset="0"/>
                <a:cs typeface="Times New Roman" panose="02020603050405020304" pitchFamily="18" charset="0"/>
              </a:rPr>
              <a:t>MODULE:1</a:t>
            </a:r>
            <a:endParaRPr lang="en-US" sz="2600" b="1" dirty="0">
              <a:latin typeface="Times New Roman" panose="02020603050405020304" pitchFamily="18" charset="0"/>
              <a:cs typeface="Times New Roman" panose="02020603050405020304" pitchFamily="18" charset="0"/>
            </a:endParaRPr>
          </a:p>
        </p:txBody>
      </p:sp>
      <p:sp>
        <p:nvSpPr>
          <p:cNvPr id="3" name="Content Placeholder 2"/>
          <p:cNvSpPr>
            <a:spLocks noGrp="1"/>
          </p:cNvSpPr>
          <p:nvPr>
            <p:ph idx="1"/>
          </p:nvPr>
        </p:nvSpPr>
        <p:spPr>
          <a:xfrm>
            <a:off x="457200" y="1052736"/>
            <a:ext cx="8229600" cy="5073427"/>
          </a:xfrm>
        </p:spPr>
        <p:txBody>
          <a:bodyPr>
            <a:normAutofit/>
          </a:bodyPr>
          <a:lstStyle/>
          <a:p>
            <a:pPr>
              <a:buFont typeface="Wingdings" panose="05000000000000000000" pitchFamily="2" charset="2"/>
              <a:buChar char="Ø"/>
            </a:pPr>
            <a:r>
              <a:rPr lang="en-GB" sz="2400" dirty="0">
                <a:latin typeface="Times New Roman"/>
                <a:cs typeface="Times New Roman"/>
              </a:rPr>
              <a:t>Data Collection and training using Machine</a:t>
            </a:r>
            <a:r>
              <a:rPr lang="en-GB" sz="2400" spc="-204" dirty="0">
                <a:latin typeface="Times New Roman"/>
                <a:cs typeface="Times New Roman"/>
              </a:rPr>
              <a:t> </a:t>
            </a:r>
            <a:r>
              <a:rPr lang="en-GB" sz="2400" dirty="0">
                <a:latin typeface="Times New Roman"/>
                <a:cs typeface="Times New Roman"/>
              </a:rPr>
              <a:t>Learning  </a:t>
            </a:r>
            <a:r>
              <a:rPr lang="en-GB" sz="2400" spc="-5" dirty="0">
                <a:latin typeface="Times New Roman"/>
                <a:cs typeface="Times New Roman"/>
              </a:rPr>
              <a:t>Algorithms.</a:t>
            </a:r>
          </a:p>
          <a:p>
            <a:pPr marL="0" indent="0">
              <a:buNone/>
            </a:pPr>
            <a:r>
              <a:rPr lang="en-US" sz="2400" dirty="0">
                <a:latin typeface="Times New Roman"/>
                <a:cs typeface="Times New Roman"/>
              </a:rPr>
              <a:t>Step:1 Collection </a:t>
            </a:r>
            <a:r>
              <a:rPr lang="en-US" sz="2400" spc="-5" dirty="0">
                <a:latin typeface="Times New Roman"/>
                <a:cs typeface="Times New Roman"/>
              </a:rPr>
              <a:t>of</a:t>
            </a:r>
            <a:r>
              <a:rPr lang="en-US" sz="2400" spc="-70" dirty="0">
                <a:latin typeface="Times New Roman"/>
                <a:cs typeface="Times New Roman"/>
              </a:rPr>
              <a:t> </a:t>
            </a:r>
            <a:r>
              <a:rPr lang="en-US" sz="2400" spc="-5" dirty="0">
                <a:latin typeface="Times New Roman"/>
                <a:cs typeface="Times New Roman"/>
              </a:rPr>
              <a:t>data</a:t>
            </a:r>
            <a:endParaRPr lang="en-US" sz="2400" dirty="0">
              <a:latin typeface="Times New Roman"/>
              <a:cs typeface="Times New Roman"/>
            </a:endParaRPr>
          </a:p>
          <a:p>
            <a:pPr marL="0" indent="0">
              <a:buNone/>
            </a:pPr>
            <a:endParaRPr lang="en-GB" sz="2400" dirty="0">
              <a:latin typeface="Times New Roman"/>
              <a:cs typeface="Times New Roman"/>
            </a:endParaRPr>
          </a:p>
        </p:txBody>
      </p:sp>
      <p:sp>
        <p:nvSpPr>
          <p:cNvPr id="4" name="Date Placeholder 3"/>
          <p:cNvSpPr>
            <a:spLocks noGrp="1"/>
          </p:cNvSpPr>
          <p:nvPr>
            <p:ph type="dt" sz="half" idx="10"/>
          </p:nvPr>
        </p:nvSpPr>
        <p:spPr/>
        <p:txBody>
          <a:bodyPr/>
          <a:lstStyle/>
          <a:p>
            <a:fld id="{526DEE5C-195B-4209-9085-526B148D6B3E}" type="datetime1">
              <a:rPr lang="en-IN" smtClean="0"/>
              <a:t>07-06-2022</a:t>
            </a:fld>
            <a:endParaRPr lang="en-IN" dirty="0"/>
          </a:p>
        </p:txBody>
      </p:sp>
      <p:sp>
        <p:nvSpPr>
          <p:cNvPr id="5" name="Footer Placeholder 4"/>
          <p:cNvSpPr>
            <a:spLocks noGrp="1"/>
          </p:cNvSpPr>
          <p:nvPr>
            <p:ph type="ftr" sz="quarter" idx="11"/>
          </p:nvPr>
        </p:nvSpPr>
        <p:spPr/>
        <p:txBody>
          <a:bodyPr/>
          <a:lstStyle/>
          <a:p>
            <a:r>
              <a:rPr lang="en-IN" dirty="0"/>
              <a:t>BATCH NO:  58    DEPARTMENT OF COMPUTER SCIENCE &amp; ENGINEERING</a:t>
            </a:r>
          </a:p>
        </p:txBody>
      </p:sp>
      <p:sp>
        <p:nvSpPr>
          <p:cNvPr id="6" name="Slide Number Placeholder 5"/>
          <p:cNvSpPr>
            <a:spLocks noGrp="1"/>
          </p:cNvSpPr>
          <p:nvPr>
            <p:ph type="sldNum" sz="quarter" idx="12"/>
          </p:nvPr>
        </p:nvSpPr>
        <p:spPr/>
        <p:txBody>
          <a:bodyPr/>
          <a:lstStyle/>
          <a:p>
            <a:fld id="{669AD40C-E5A7-4132-A31D-54A4D1BB6E89}" type="slidenum">
              <a:rPr lang="en-IN" smtClean="0"/>
              <a:t>12</a:t>
            </a:fld>
            <a:endParaRPr lang="en-IN" dirty="0"/>
          </a:p>
        </p:txBody>
      </p:sp>
      <p:pic>
        <p:nvPicPr>
          <p:cNvPr id="7" name="Picture 6"/>
          <p:cNvPicPr>
            <a:picLocks noChangeAspect="1"/>
          </p:cNvPicPr>
          <p:nvPr/>
        </p:nvPicPr>
        <p:blipFill>
          <a:blip r:embed="rId2"/>
          <a:stretch>
            <a:fillRect/>
          </a:stretch>
        </p:blipFill>
        <p:spPr>
          <a:xfrm>
            <a:off x="611560" y="2420888"/>
            <a:ext cx="7200800" cy="3935462"/>
          </a:xfrm>
          <a:prstGeom prst="rect">
            <a:avLst/>
          </a:prstGeom>
        </p:spPr>
      </p:pic>
    </p:spTree>
    <p:extLst>
      <p:ext uri="{BB962C8B-B14F-4D97-AF65-F5344CB8AC3E}">
        <p14:creationId xmlns:p14="http://schemas.microsoft.com/office/powerpoint/2010/main" val="1328951480"/>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27013"/>
            <a:ext cx="4114800" cy="969739"/>
          </a:xfrm>
        </p:spPr>
        <p:txBody>
          <a:bodyPr>
            <a:normAutofit/>
          </a:bodyPr>
          <a:lstStyle/>
          <a:p>
            <a:r>
              <a:rPr lang="en-GB" sz="2400" spc="-5" dirty="0">
                <a:latin typeface="Times New Roman" panose="02020603050405020304" pitchFamily="18" charset="0"/>
                <a:cs typeface="Times New Roman" panose="02020603050405020304" pitchFamily="18" charset="0"/>
              </a:rPr>
              <a:t>Step 2: Pre-Processing of data</a:t>
            </a:r>
            <a:endParaRPr lang="en-US" sz="2400" dirty="0"/>
          </a:p>
        </p:txBody>
      </p:sp>
      <p:sp>
        <p:nvSpPr>
          <p:cNvPr id="4" name="Date Placeholder 3"/>
          <p:cNvSpPr>
            <a:spLocks noGrp="1"/>
          </p:cNvSpPr>
          <p:nvPr>
            <p:ph type="dt" sz="half" idx="10"/>
          </p:nvPr>
        </p:nvSpPr>
        <p:spPr/>
        <p:txBody>
          <a:bodyPr/>
          <a:lstStyle/>
          <a:p>
            <a:fld id="{526DEE5C-195B-4209-9085-526B148D6B3E}" type="datetime1">
              <a:rPr lang="en-IN" smtClean="0"/>
              <a:t>07-06-2022</a:t>
            </a:fld>
            <a:endParaRPr lang="en-IN" dirty="0"/>
          </a:p>
        </p:txBody>
      </p:sp>
      <p:sp>
        <p:nvSpPr>
          <p:cNvPr id="5" name="Footer Placeholder 4"/>
          <p:cNvSpPr>
            <a:spLocks noGrp="1"/>
          </p:cNvSpPr>
          <p:nvPr>
            <p:ph type="ftr" sz="quarter" idx="11"/>
          </p:nvPr>
        </p:nvSpPr>
        <p:spPr/>
        <p:txBody>
          <a:bodyPr/>
          <a:lstStyle/>
          <a:p>
            <a:r>
              <a:rPr lang="en-IN" dirty="0"/>
              <a:t>BATCH NO:  58    DEPARTMENT OF COMPUTER SCIENCE &amp; ENGINEERING</a:t>
            </a:r>
          </a:p>
        </p:txBody>
      </p:sp>
      <p:sp>
        <p:nvSpPr>
          <p:cNvPr id="6" name="Slide Number Placeholder 5"/>
          <p:cNvSpPr>
            <a:spLocks noGrp="1"/>
          </p:cNvSpPr>
          <p:nvPr>
            <p:ph type="sldNum" sz="quarter" idx="12"/>
          </p:nvPr>
        </p:nvSpPr>
        <p:spPr/>
        <p:txBody>
          <a:bodyPr/>
          <a:lstStyle/>
          <a:p>
            <a:fld id="{669AD40C-E5A7-4132-A31D-54A4D1BB6E89}" type="slidenum">
              <a:rPr lang="en-IN" smtClean="0"/>
              <a:t>13</a:t>
            </a:fld>
            <a:endParaRPr lang="en-IN" dirty="0"/>
          </a:p>
        </p:txBody>
      </p:sp>
      <p:pic>
        <p:nvPicPr>
          <p:cNvPr id="8" name="Picture 7">
            <a:extLst>
              <a:ext uri="{FF2B5EF4-FFF2-40B4-BE49-F238E27FC236}">
                <a16:creationId xmlns:a16="http://schemas.microsoft.com/office/drawing/2014/main" id="{7291F937-C6DA-4DEE-8B61-746D13BC93B3}"/>
              </a:ext>
            </a:extLst>
          </p:cNvPr>
          <p:cNvPicPr>
            <a:picLocks noChangeAspect="1"/>
          </p:cNvPicPr>
          <p:nvPr/>
        </p:nvPicPr>
        <p:blipFill>
          <a:blip r:embed="rId2"/>
          <a:stretch>
            <a:fillRect/>
          </a:stretch>
        </p:blipFill>
        <p:spPr>
          <a:xfrm>
            <a:off x="457200" y="1700808"/>
            <a:ext cx="7959559" cy="4320480"/>
          </a:xfrm>
          <a:prstGeom prst="rect">
            <a:avLst/>
          </a:prstGeom>
        </p:spPr>
      </p:pic>
    </p:spTree>
    <p:extLst>
      <p:ext uri="{BB962C8B-B14F-4D97-AF65-F5344CB8AC3E}">
        <p14:creationId xmlns:p14="http://schemas.microsoft.com/office/powerpoint/2010/main" val="4108147116"/>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e Placeholder 3">
            <a:extLst>
              <a:ext uri="{FF2B5EF4-FFF2-40B4-BE49-F238E27FC236}">
                <a16:creationId xmlns:a16="http://schemas.microsoft.com/office/drawing/2014/main" id="{BC4C23D1-4C30-4B11-888E-9E95237453B7}"/>
              </a:ext>
            </a:extLst>
          </p:cNvPr>
          <p:cNvSpPr>
            <a:spLocks noGrp="1"/>
          </p:cNvSpPr>
          <p:nvPr>
            <p:ph type="dt" sz="half" idx="10"/>
          </p:nvPr>
        </p:nvSpPr>
        <p:spPr/>
        <p:txBody>
          <a:bodyPr/>
          <a:lstStyle/>
          <a:p>
            <a:fld id="{526DEE5C-195B-4209-9085-526B148D6B3E}" type="datetime1">
              <a:rPr lang="en-IN" smtClean="0"/>
              <a:t>07-06-2022</a:t>
            </a:fld>
            <a:endParaRPr lang="en-IN" dirty="0"/>
          </a:p>
        </p:txBody>
      </p:sp>
      <p:sp>
        <p:nvSpPr>
          <p:cNvPr id="5" name="Footer Placeholder 4">
            <a:extLst>
              <a:ext uri="{FF2B5EF4-FFF2-40B4-BE49-F238E27FC236}">
                <a16:creationId xmlns:a16="http://schemas.microsoft.com/office/drawing/2014/main" id="{AF741718-0055-4E53-AFBA-EF6D870E16D2}"/>
              </a:ext>
            </a:extLst>
          </p:cNvPr>
          <p:cNvSpPr>
            <a:spLocks noGrp="1"/>
          </p:cNvSpPr>
          <p:nvPr>
            <p:ph type="ftr" sz="quarter" idx="11"/>
          </p:nvPr>
        </p:nvSpPr>
        <p:spPr/>
        <p:txBody>
          <a:bodyPr/>
          <a:lstStyle/>
          <a:p>
            <a:r>
              <a:rPr lang="en-IN" dirty="0"/>
              <a:t>BATCH NO:  58    DEPARTMENT OF COMPUTER SCIENCE &amp; ENGINEERING</a:t>
            </a:r>
          </a:p>
        </p:txBody>
      </p:sp>
      <p:sp>
        <p:nvSpPr>
          <p:cNvPr id="6" name="Slide Number Placeholder 5">
            <a:extLst>
              <a:ext uri="{FF2B5EF4-FFF2-40B4-BE49-F238E27FC236}">
                <a16:creationId xmlns:a16="http://schemas.microsoft.com/office/drawing/2014/main" id="{40DF0B81-0B91-4EB7-9A4A-9DCD50277242}"/>
              </a:ext>
            </a:extLst>
          </p:cNvPr>
          <p:cNvSpPr>
            <a:spLocks noGrp="1"/>
          </p:cNvSpPr>
          <p:nvPr>
            <p:ph type="sldNum" sz="quarter" idx="12"/>
          </p:nvPr>
        </p:nvSpPr>
        <p:spPr/>
        <p:txBody>
          <a:bodyPr/>
          <a:lstStyle/>
          <a:p>
            <a:fld id="{669AD40C-E5A7-4132-A31D-54A4D1BB6E89}" type="slidenum">
              <a:rPr lang="en-IN" smtClean="0"/>
              <a:t>14</a:t>
            </a:fld>
            <a:endParaRPr lang="en-IN" dirty="0"/>
          </a:p>
        </p:txBody>
      </p:sp>
      <p:sp>
        <p:nvSpPr>
          <p:cNvPr id="7" name="Title 6">
            <a:extLst>
              <a:ext uri="{FF2B5EF4-FFF2-40B4-BE49-F238E27FC236}">
                <a16:creationId xmlns:a16="http://schemas.microsoft.com/office/drawing/2014/main" id="{9B786B16-B0AA-482D-ABB3-9FA6FE07B1FB}"/>
              </a:ext>
            </a:extLst>
          </p:cNvPr>
          <p:cNvSpPr txBox="1">
            <a:spLocks noGrp="1"/>
          </p:cNvSpPr>
          <p:nvPr>
            <p:ph type="title"/>
          </p:nvPr>
        </p:nvSpPr>
        <p:spPr>
          <a:xfrm>
            <a:off x="457200" y="430639"/>
            <a:ext cx="6851104" cy="830997"/>
          </a:xfrm>
          <a:prstGeom prst="rect">
            <a:avLst/>
          </a:prstGeom>
          <a:noFill/>
        </p:spPr>
        <p:txBody>
          <a:bodyPr wrap="square" rtlCol="0">
            <a:spAutoFit/>
          </a:bodyPr>
          <a:lstStyle/>
          <a:p>
            <a:pPr algn="l"/>
            <a:r>
              <a:rPr lang="en-GB" sz="2400" dirty="0">
                <a:latin typeface="Times New Roman" panose="02020603050405020304" pitchFamily="18" charset="0"/>
                <a:cs typeface="Times New Roman" panose="02020603050405020304" pitchFamily="18" charset="0"/>
              </a:rPr>
              <a:t>Step 3:Apply Machine Learning Algorithm and 	Training the model</a:t>
            </a:r>
            <a:endParaRPr lang="en-US" sz="2400" dirty="0">
              <a:latin typeface="Times New Roman" panose="02020603050405020304" pitchFamily="18" charset="0"/>
              <a:cs typeface="Times New Roman" panose="02020603050405020304" pitchFamily="18" charset="0"/>
            </a:endParaRPr>
          </a:p>
        </p:txBody>
      </p:sp>
      <p:pic>
        <p:nvPicPr>
          <p:cNvPr id="9" name="Picture 8">
            <a:extLst>
              <a:ext uri="{FF2B5EF4-FFF2-40B4-BE49-F238E27FC236}">
                <a16:creationId xmlns:a16="http://schemas.microsoft.com/office/drawing/2014/main" id="{F08A0E76-1802-4B4C-96D2-22629A6C301E}"/>
              </a:ext>
            </a:extLst>
          </p:cNvPr>
          <p:cNvPicPr>
            <a:picLocks noChangeAspect="1"/>
          </p:cNvPicPr>
          <p:nvPr/>
        </p:nvPicPr>
        <p:blipFill>
          <a:blip r:embed="rId2"/>
          <a:stretch>
            <a:fillRect/>
          </a:stretch>
        </p:blipFill>
        <p:spPr>
          <a:xfrm>
            <a:off x="631836" y="1432667"/>
            <a:ext cx="6676468" cy="4435824"/>
          </a:xfrm>
          <a:prstGeom prst="rect">
            <a:avLst/>
          </a:prstGeom>
        </p:spPr>
      </p:pic>
    </p:spTree>
    <p:extLst>
      <p:ext uri="{BB962C8B-B14F-4D97-AF65-F5344CB8AC3E}">
        <p14:creationId xmlns:p14="http://schemas.microsoft.com/office/powerpoint/2010/main" val="2277877224"/>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2962672" cy="1143000"/>
          </a:xfrm>
        </p:spPr>
        <p:txBody>
          <a:bodyPr>
            <a:normAutofit/>
          </a:bodyPr>
          <a:lstStyle/>
          <a:p>
            <a:r>
              <a:rPr lang="en-GB" sz="2400" dirty="0">
                <a:latin typeface="Times New Roman" panose="02020603050405020304" pitchFamily="18" charset="0"/>
                <a:cs typeface="Times New Roman" panose="02020603050405020304" pitchFamily="18" charset="0"/>
              </a:rPr>
              <a:t>Step 4:Get the Output</a:t>
            </a:r>
            <a:endParaRPr lang="en-US" sz="2400" dirty="0">
              <a:latin typeface="Times New Roman" panose="02020603050405020304" pitchFamily="18" charset="0"/>
              <a:cs typeface="Times New Roman" panose="02020603050405020304" pitchFamily="18" charset="0"/>
            </a:endParaRPr>
          </a:p>
        </p:txBody>
      </p:sp>
      <p:sp>
        <p:nvSpPr>
          <p:cNvPr id="4" name="Date Placeholder 3"/>
          <p:cNvSpPr>
            <a:spLocks noGrp="1"/>
          </p:cNvSpPr>
          <p:nvPr>
            <p:ph type="dt" sz="half" idx="10"/>
          </p:nvPr>
        </p:nvSpPr>
        <p:spPr/>
        <p:txBody>
          <a:bodyPr/>
          <a:lstStyle/>
          <a:p>
            <a:fld id="{526DEE5C-195B-4209-9085-526B148D6B3E}" type="datetime1">
              <a:rPr lang="en-IN" smtClean="0"/>
              <a:t>07-06-2022</a:t>
            </a:fld>
            <a:endParaRPr lang="en-IN" dirty="0"/>
          </a:p>
        </p:txBody>
      </p:sp>
      <p:sp>
        <p:nvSpPr>
          <p:cNvPr id="5" name="Footer Placeholder 4"/>
          <p:cNvSpPr>
            <a:spLocks noGrp="1"/>
          </p:cNvSpPr>
          <p:nvPr>
            <p:ph type="ftr" sz="quarter" idx="11"/>
          </p:nvPr>
        </p:nvSpPr>
        <p:spPr/>
        <p:txBody>
          <a:bodyPr/>
          <a:lstStyle/>
          <a:p>
            <a:r>
              <a:rPr lang="en-IN" dirty="0"/>
              <a:t>BATCH NO:  58    DEPARTMENT OF COMPUTER SCIENCE &amp; ENGINEERING</a:t>
            </a:r>
          </a:p>
        </p:txBody>
      </p:sp>
      <p:sp>
        <p:nvSpPr>
          <p:cNvPr id="6" name="Slide Number Placeholder 5"/>
          <p:cNvSpPr>
            <a:spLocks noGrp="1"/>
          </p:cNvSpPr>
          <p:nvPr>
            <p:ph type="sldNum" sz="quarter" idx="12"/>
          </p:nvPr>
        </p:nvSpPr>
        <p:spPr/>
        <p:txBody>
          <a:bodyPr/>
          <a:lstStyle/>
          <a:p>
            <a:fld id="{669AD40C-E5A7-4132-A31D-54A4D1BB6E89}" type="slidenum">
              <a:rPr lang="en-IN" smtClean="0"/>
              <a:t>15</a:t>
            </a:fld>
            <a:endParaRPr lang="en-IN" dirty="0"/>
          </a:p>
        </p:txBody>
      </p:sp>
      <p:pic>
        <p:nvPicPr>
          <p:cNvPr id="8" name="Picture 7">
            <a:extLst>
              <a:ext uri="{FF2B5EF4-FFF2-40B4-BE49-F238E27FC236}">
                <a16:creationId xmlns:a16="http://schemas.microsoft.com/office/drawing/2014/main" id="{553B0245-E9FA-43D8-8292-CC546EF5F2E1}"/>
              </a:ext>
            </a:extLst>
          </p:cNvPr>
          <p:cNvPicPr>
            <a:picLocks noChangeAspect="1"/>
          </p:cNvPicPr>
          <p:nvPr/>
        </p:nvPicPr>
        <p:blipFill>
          <a:blip r:embed="rId2"/>
          <a:stretch>
            <a:fillRect/>
          </a:stretch>
        </p:blipFill>
        <p:spPr>
          <a:xfrm>
            <a:off x="323528" y="1628800"/>
            <a:ext cx="8496944" cy="4320480"/>
          </a:xfrm>
          <a:prstGeom prst="rect">
            <a:avLst/>
          </a:prstGeom>
        </p:spPr>
      </p:pic>
    </p:spTree>
    <p:extLst>
      <p:ext uri="{BB962C8B-B14F-4D97-AF65-F5344CB8AC3E}">
        <p14:creationId xmlns:p14="http://schemas.microsoft.com/office/powerpoint/2010/main" val="93385897"/>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normAutofit/>
          </a:bodyPr>
          <a:lstStyle/>
          <a:p>
            <a:pPr marL="0" indent="0">
              <a:lnSpc>
                <a:spcPct val="150000"/>
              </a:lnSpc>
              <a:buNone/>
            </a:pPr>
            <a:r>
              <a:rPr lang="en-IN" sz="2000" dirty="0">
                <a:latin typeface="Times New Roman" pitchFamily="18" charset="0"/>
                <a:cs typeface="Times New Roman" pitchFamily="18" charset="0"/>
              </a:rPr>
              <a:t>• IEEE 829 - Software Test Documentation</a:t>
            </a:r>
          </a:p>
          <a:p>
            <a:pPr marL="0" indent="0">
              <a:lnSpc>
                <a:spcPct val="150000"/>
              </a:lnSpc>
              <a:buNone/>
            </a:pPr>
            <a:r>
              <a:rPr lang="en-IN" sz="2000" dirty="0">
                <a:latin typeface="Times New Roman" pitchFamily="18" charset="0"/>
                <a:cs typeface="Times New Roman" pitchFamily="18" charset="0"/>
              </a:rPr>
              <a:t>• IEEE 830 -Software Requirements Specifications</a:t>
            </a:r>
          </a:p>
          <a:p>
            <a:pPr marL="0" indent="0">
              <a:lnSpc>
                <a:spcPct val="150000"/>
              </a:lnSpc>
              <a:buNone/>
            </a:pPr>
            <a:r>
              <a:rPr lang="en-IN" sz="2000" dirty="0">
                <a:latin typeface="Times New Roman" pitchFamily="18" charset="0"/>
                <a:cs typeface="Times New Roman" pitchFamily="18" charset="0"/>
              </a:rPr>
              <a:t>• IEEE1012- Software verification and validation</a:t>
            </a:r>
          </a:p>
          <a:p>
            <a:pPr marL="0" indent="0">
              <a:lnSpc>
                <a:spcPct val="150000"/>
              </a:lnSpc>
              <a:buNone/>
            </a:pPr>
            <a:r>
              <a:rPr lang="en-IN" sz="2000" dirty="0">
                <a:latin typeface="Times New Roman" pitchFamily="18" charset="0"/>
                <a:cs typeface="Times New Roman" pitchFamily="18" charset="0"/>
              </a:rPr>
              <a:t>• IEEE 1016 - Software design description</a:t>
            </a:r>
          </a:p>
        </p:txBody>
      </p:sp>
      <p:sp>
        <p:nvSpPr>
          <p:cNvPr id="4" name="Footer Placeholder 3"/>
          <p:cNvSpPr>
            <a:spLocks noGrp="1"/>
          </p:cNvSpPr>
          <p:nvPr>
            <p:ph type="ftr" sz="quarter" idx="11"/>
          </p:nvPr>
        </p:nvSpPr>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IN" sz="1200" b="0" i="0" u="none" strike="noStrike" kern="1200" cap="none" spc="0" normalizeH="0" baseline="0" noProof="0">
                <a:ln>
                  <a:noFill/>
                </a:ln>
                <a:solidFill>
                  <a:prstClr val="black">
                    <a:tint val="75000"/>
                  </a:prstClr>
                </a:solidFill>
                <a:effectLst/>
                <a:uLnTx/>
                <a:uFillTx/>
                <a:latin typeface="Calibri"/>
                <a:ea typeface="+mn-ea"/>
                <a:cs typeface="+mn-cs"/>
              </a:rPr>
              <a:t>BATCH NO:     DEPARTMENT OF COMPUTER SCIENCE &amp; ENGINEERING</a:t>
            </a:r>
          </a:p>
        </p:txBody>
      </p:sp>
      <p:sp>
        <p:nvSpPr>
          <p:cNvPr id="5" name="Slide Number Placeholder 4"/>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FA00FD27-8DB0-4CB2-BD37-BEA95C6A1008}" type="slidenum">
              <a:rPr kumimoji="0" lang="en-IN" sz="1200" b="0" i="0" u="none" strike="noStrike" kern="1200" cap="none" spc="0" normalizeH="0" baseline="0" noProof="0" smtClean="0">
                <a:ln>
                  <a:noFill/>
                </a:ln>
                <a:solidFill>
                  <a:prstClr val="black">
                    <a:tint val="75000"/>
                  </a:prstClr>
                </a:solidFill>
                <a:effectLst/>
                <a:uLnTx/>
                <a:uFillTx/>
                <a:latin typeface="Calibri"/>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16</a:t>
            </a:fld>
            <a:endParaRPr kumimoji="0" lang="en-IN" sz="1200" b="0" i="0" u="none" strike="noStrike" kern="1200" cap="none" spc="0" normalizeH="0" baseline="0" noProof="0">
              <a:ln>
                <a:noFill/>
              </a:ln>
              <a:solidFill>
                <a:prstClr val="black">
                  <a:tint val="75000"/>
                </a:prstClr>
              </a:solidFill>
              <a:effectLst/>
              <a:uLnTx/>
              <a:uFillTx/>
              <a:latin typeface="Calibri"/>
              <a:ea typeface="+mn-ea"/>
              <a:cs typeface="+mn-cs"/>
            </a:endParaRPr>
          </a:p>
        </p:txBody>
      </p:sp>
      <p:sp>
        <p:nvSpPr>
          <p:cNvPr id="6" name="Title 1"/>
          <p:cNvSpPr>
            <a:spLocks noGrp="1"/>
          </p:cNvSpPr>
          <p:nvPr>
            <p:ph type="title"/>
          </p:nvPr>
        </p:nvSpPr>
        <p:spPr/>
        <p:txBody>
          <a:bodyPr/>
          <a:lstStyle/>
          <a:p>
            <a:pPr algn="l"/>
            <a:r>
              <a:rPr lang="en-IN" sz="2400" b="1" dirty="0">
                <a:latin typeface="Times New Roman" pitchFamily="18" charset="0"/>
                <a:cs typeface="Times New Roman" pitchFamily="18" charset="0"/>
              </a:rPr>
              <a:t>STANDARDS &amp; POLICIES</a:t>
            </a:r>
            <a:endParaRPr lang="en-IN" dirty="0"/>
          </a:p>
        </p:txBody>
      </p:sp>
      <p:sp>
        <p:nvSpPr>
          <p:cNvPr id="2" name="Date Placeholder 1">
            <a:extLst>
              <a:ext uri="{FF2B5EF4-FFF2-40B4-BE49-F238E27FC236}">
                <a16:creationId xmlns:a16="http://schemas.microsoft.com/office/drawing/2014/main" id="{C3397D96-83FE-4216-8172-3654D20CA535}"/>
              </a:ext>
            </a:extLst>
          </p:cNvPr>
          <p:cNvSpPr>
            <a:spLocks noGrp="1"/>
          </p:cNvSpPr>
          <p:nvPr>
            <p:ph type="dt" sz="half"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F8E2ADAE-2B48-48DF-9475-2B5A075F4E68}" type="datetime1">
              <a:rPr kumimoji="0" lang="en-IN" sz="1200" b="0" i="0" u="none" strike="noStrike" kern="1200" cap="none" spc="0" normalizeH="0" baseline="0" noProof="0" smtClean="0">
                <a:ln>
                  <a:noFill/>
                </a:ln>
                <a:solidFill>
                  <a:prstClr val="black">
                    <a:tint val="75000"/>
                  </a:prstClr>
                </a:solidFill>
                <a:effectLst/>
                <a:uLnTx/>
                <a:uFillTx/>
                <a:latin typeface="Calibri"/>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07-06-2022</a:t>
            </a:fld>
            <a:endParaRPr kumimoji="0" lang="en-IN" sz="1200" b="0" i="0" u="none" strike="noStrike" kern="1200" cap="none" spc="0" normalizeH="0" baseline="0" noProof="0">
              <a:ln>
                <a:noFill/>
              </a:ln>
              <a:solidFill>
                <a:prstClr val="black">
                  <a:tint val="75000"/>
                </a:prstClr>
              </a:solidFill>
              <a:effectLst/>
              <a:uLnTx/>
              <a:uFillTx/>
              <a:latin typeface="Calibri"/>
              <a:ea typeface="+mn-ea"/>
              <a:cs typeface="+mn-cs"/>
            </a:endParaRPr>
          </a:p>
        </p:txBody>
      </p:sp>
    </p:spTree>
    <p:extLst>
      <p:ext uri="{BB962C8B-B14F-4D97-AF65-F5344CB8AC3E}">
        <p14:creationId xmlns:p14="http://schemas.microsoft.com/office/powerpoint/2010/main" val="1380211889"/>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normAutofit/>
          </a:bodyPr>
          <a:lstStyle/>
          <a:p>
            <a:pPr>
              <a:buFont typeface="Wingdings" panose="05000000000000000000" pitchFamily="2" charset="2"/>
              <a:buChar char="v"/>
            </a:pPr>
            <a:r>
              <a:rPr lang="en-IN" sz="2000" dirty="0">
                <a:latin typeface="Times New Roman" pitchFamily="18" charset="0"/>
                <a:cs typeface="Times New Roman" pitchFamily="18" charset="0"/>
              </a:rPr>
              <a:t>ARCHITECTURE DIAGRAM</a:t>
            </a:r>
          </a:p>
          <a:p>
            <a:pPr>
              <a:buFont typeface="Wingdings" panose="05000000000000000000" pitchFamily="2" charset="2"/>
              <a:buChar char="v"/>
            </a:pPr>
            <a:endParaRPr lang="en-IN" sz="2000" dirty="0">
              <a:latin typeface="Times New Roman" pitchFamily="18" charset="0"/>
              <a:cs typeface="Times New Roman" pitchFamily="18" charset="0"/>
            </a:endParaRPr>
          </a:p>
          <a:p>
            <a:pPr>
              <a:buFont typeface="Wingdings" panose="05000000000000000000" pitchFamily="2" charset="2"/>
              <a:buChar char="v"/>
            </a:pPr>
            <a:r>
              <a:rPr lang="en-IN" sz="2000" dirty="0">
                <a:latin typeface="Times New Roman" pitchFamily="18" charset="0"/>
                <a:cs typeface="Times New Roman" pitchFamily="18" charset="0"/>
              </a:rPr>
              <a:t>DATA FLOW DIAGRAM</a:t>
            </a:r>
          </a:p>
          <a:p>
            <a:pPr marL="0" indent="0">
              <a:buNone/>
            </a:pPr>
            <a:endParaRPr lang="en-IN" sz="2000" dirty="0">
              <a:latin typeface="Times New Roman" pitchFamily="18" charset="0"/>
              <a:cs typeface="Times New Roman" pitchFamily="18" charset="0"/>
            </a:endParaRPr>
          </a:p>
          <a:p>
            <a:endParaRPr lang="en-IN" sz="2000" dirty="0">
              <a:latin typeface="Times New Roman" pitchFamily="18" charset="0"/>
              <a:cs typeface="Times New Roman" pitchFamily="18" charset="0"/>
            </a:endParaRPr>
          </a:p>
          <a:p>
            <a:endParaRPr lang="en-IN" sz="2000" dirty="0">
              <a:latin typeface="Times New Roman" pitchFamily="18" charset="0"/>
              <a:cs typeface="Times New Roman" pitchFamily="18" charset="0"/>
            </a:endParaRPr>
          </a:p>
        </p:txBody>
      </p:sp>
      <p:sp>
        <p:nvSpPr>
          <p:cNvPr id="4" name="Footer Placeholder 3"/>
          <p:cNvSpPr>
            <a:spLocks noGrp="1"/>
          </p:cNvSpPr>
          <p:nvPr>
            <p:ph type="ftr" sz="quarter" idx="11"/>
          </p:nvPr>
        </p:nvSpPr>
        <p:spPr/>
        <p:txBody>
          <a:bodyPr/>
          <a:lstStyle/>
          <a:p>
            <a:r>
              <a:rPr lang="en-IN" dirty="0"/>
              <a:t>BATCH NO:  58    DEPARTMENT OF COMPUTER SCIENCE &amp; ENGINEERING</a:t>
            </a:r>
          </a:p>
        </p:txBody>
      </p:sp>
      <p:sp>
        <p:nvSpPr>
          <p:cNvPr id="5" name="Slide Number Placeholder 4"/>
          <p:cNvSpPr>
            <a:spLocks noGrp="1"/>
          </p:cNvSpPr>
          <p:nvPr>
            <p:ph type="sldNum" sz="quarter" idx="12"/>
          </p:nvPr>
        </p:nvSpPr>
        <p:spPr/>
        <p:txBody>
          <a:bodyPr/>
          <a:lstStyle/>
          <a:p>
            <a:fld id="{FA00FD27-8DB0-4CB2-BD37-BEA95C6A1008}" type="slidenum">
              <a:rPr lang="en-IN" smtClean="0"/>
              <a:t>17</a:t>
            </a:fld>
            <a:endParaRPr lang="en-IN" dirty="0"/>
          </a:p>
        </p:txBody>
      </p:sp>
      <p:sp>
        <p:nvSpPr>
          <p:cNvPr id="6" name="Title 1"/>
          <p:cNvSpPr>
            <a:spLocks noGrp="1"/>
          </p:cNvSpPr>
          <p:nvPr>
            <p:ph type="title"/>
          </p:nvPr>
        </p:nvSpPr>
        <p:spPr/>
        <p:txBody>
          <a:bodyPr/>
          <a:lstStyle/>
          <a:p>
            <a:pPr algn="l"/>
            <a:r>
              <a:rPr lang="en-IN" sz="2400" b="1" dirty="0">
                <a:latin typeface="Times New Roman" pitchFamily="18" charset="0"/>
                <a:cs typeface="Times New Roman" pitchFamily="18" charset="0"/>
              </a:rPr>
              <a:t>IMPLEMENTATION</a:t>
            </a:r>
            <a:endParaRPr lang="en-IN" dirty="0"/>
          </a:p>
        </p:txBody>
      </p:sp>
      <p:sp>
        <p:nvSpPr>
          <p:cNvPr id="2" name="Date Placeholder 1">
            <a:extLst>
              <a:ext uri="{FF2B5EF4-FFF2-40B4-BE49-F238E27FC236}">
                <a16:creationId xmlns:a16="http://schemas.microsoft.com/office/drawing/2014/main" id="{AA985A69-0755-4001-90B0-C293B4BFDF3D}"/>
              </a:ext>
            </a:extLst>
          </p:cNvPr>
          <p:cNvSpPr>
            <a:spLocks noGrp="1"/>
          </p:cNvSpPr>
          <p:nvPr>
            <p:ph type="dt" sz="half" idx="10"/>
          </p:nvPr>
        </p:nvSpPr>
        <p:spPr/>
        <p:txBody>
          <a:bodyPr/>
          <a:lstStyle/>
          <a:p>
            <a:fld id="{2577F34C-136C-4A3D-9C13-1FA368727A49}" type="datetime1">
              <a:rPr lang="en-IN" smtClean="0"/>
              <a:t>07-06-2022</a:t>
            </a:fld>
            <a:endParaRPr lang="en-IN" dirty="0"/>
          </a:p>
        </p:txBody>
      </p:sp>
    </p:spTree>
    <p:extLst>
      <p:ext uri="{BB962C8B-B14F-4D97-AF65-F5344CB8AC3E}">
        <p14:creationId xmlns:p14="http://schemas.microsoft.com/office/powerpoint/2010/main" val="683870689"/>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4690864" cy="1143000"/>
          </a:xfrm>
        </p:spPr>
        <p:txBody>
          <a:bodyPr>
            <a:normAutofit/>
          </a:bodyPr>
          <a:lstStyle/>
          <a:p>
            <a:r>
              <a:rPr lang="en-GB" sz="2600" b="1" dirty="0">
                <a:latin typeface="Times New Roman" panose="02020603050405020304" pitchFamily="18" charset="0"/>
                <a:cs typeface="Times New Roman" panose="02020603050405020304" pitchFamily="18" charset="0"/>
              </a:rPr>
              <a:t>ARCHITECTURE DIAGRAM</a:t>
            </a:r>
            <a:endParaRPr lang="en-US" sz="2600" b="1" dirty="0">
              <a:latin typeface="Times New Roman" panose="02020603050405020304" pitchFamily="18" charset="0"/>
              <a:cs typeface="Times New Roman" panose="02020603050405020304" pitchFamily="18" charset="0"/>
            </a:endParaRPr>
          </a:p>
        </p:txBody>
      </p:sp>
      <p:sp>
        <p:nvSpPr>
          <p:cNvPr id="4" name="Date Placeholder 3"/>
          <p:cNvSpPr>
            <a:spLocks noGrp="1"/>
          </p:cNvSpPr>
          <p:nvPr>
            <p:ph type="dt" sz="half" idx="10"/>
          </p:nvPr>
        </p:nvSpPr>
        <p:spPr/>
        <p:txBody>
          <a:bodyPr/>
          <a:lstStyle/>
          <a:p>
            <a:fld id="{526DEE5C-195B-4209-9085-526B148D6B3E}" type="datetime1">
              <a:rPr lang="en-IN" smtClean="0"/>
              <a:t>07-06-2022</a:t>
            </a:fld>
            <a:endParaRPr lang="en-IN" dirty="0"/>
          </a:p>
        </p:txBody>
      </p:sp>
      <p:sp>
        <p:nvSpPr>
          <p:cNvPr id="5" name="Footer Placeholder 4"/>
          <p:cNvSpPr>
            <a:spLocks noGrp="1"/>
          </p:cNvSpPr>
          <p:nvPr>
            <p:ph type="ftr" sz="quarter" idx="11"/>
          </p:nvPr>
        </p:nvSpPr>
        <p:spPr/>
        <p:txBody>
          <a:bodyPr/>
          <a:lstStyle/>
          <a:p>
            <a:r>
              <a:rPr lang="en-IN" dirty="0"/>
              <a:t>BATCH NO:  58    DEPARTMENT OF COMPUTER SCIENCE &amp; ENGINEERING</a:t>
            </a:r>
          </a:p>
        </p:txBody>
      </p:sp>
      <p:sp>
        <p:nvSpPr>
          <p:cNvPr id="6" name="Slide Number Placeholder 5"/>
          <p:cNvSpPr>
            <a:spLocks noGrp="1"/>
          </p:cNvSpPr>
          <p:nvPr>
            <p:ph type="sldNum" sz="quarter" idx="12"/>
          </p:nvPr>
        </p:nvSpPr>
        <p:spPr/>
        <p:txBody>
          <a:bodyPr/>
          <a:lstStyle/>
          <a:p>
            <a:fld id="{669AD40C-E5A7-4132-A31D-54A4D1BB6E89}" type="slidenum">
              <a:rPr lang="en-IN" smtClean="0"/>
              <a:t>18</a:t>
            </a:fld>
            <a:endParaRPr lang="en-IN" dirty="0"/>
          </a:p>
        </p:txBody>
      </p:sp>
      <p:pic>
        <p:nvPicPr>
          <p:cNvPr id="10" name="Content Placeholder 9">
            <a:extLst>
              <a:ext uri="{FF2B5EF4-FFF2-40B4-BE49-F238E27FC236}">
                <a16:creationId xmlns:a16="http://schemas.microsoft.com/office/drawing/2014/main" id="{86767AAA-0655-BE2E-BA89-650D93A66B8E}"/>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750238" y="1600200"/>
            <a:ext cx="7643523" cy="4525963"/>
          </a:xfrm>
        </p:spPr>
      </p:pic>
    </p:spTree>
    <p:extLst>
      <p:ext uri="{BB962C8B-B14F-4D97-AF65-F5344CB8AC3E}">
        <p14:creationId xmlns:p14="http://schemas.microsoft.com/office/powerpoint/2010/main" val="2555796662"/>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140963"/>
            <a:ext cx="3898776" cy="724942"/>
          </a:xfrm>
        </p:spPr>
        <p:txBody>
          <a:bodyPr>
            <a:normAutofit/>
          </a:bodyPr>
          <a:lstStyle/>
          <a:p>
            <a:r>
              <a:rPr lang="en-GB" sz="2600" b="1" dirty="0">
                <a:latin typeface="Times New Roman" panose="02020603050405020304" pitchFamily="18" charset="0"/>
                <a:cs typeface="Times New Roman" panose="02020603050405020304" pitchFamily="18" charset="0"/>
              </a:rPr>
              <a:t>DATA FLOW DIAGRAM</a:t>
            </a:r>
            <a:endParaRPr lang="en-US" sz="2600" b="1" dirty="0">
              <a:latin typeface="Times New Roman" panose="02020603050405020304" pitchFamily="18" charset="0"/>
              <a:cs typeface="Times New Roman" panose="02020603050405020304" pitchFamily="18" charset="0"/>
            </a:endParaRPr>
          </a:p>
        </p:txBody>
      </p:sp>
      <p:sp>
        <p:nvSpPr>
          <p:cNvPr id="4" name="Date Placeholder 3"/>
          <p:cNvSpPr>
            <a:spLocks noGrp="1"/>
          </p:cNvSpPr>
          <p:nvPr>
            <p:ph type="dt" sz="half" idx="10"/>
          </p:nvPr>
        </p:nvSpPr>
        <p:spPr/>
        <p:txBody>
          <a:bodyPr/>
          <a:lstStyle/>
          <a:p>
            <a:fld id="{526DEE5C-195B-4209-9085-526B148D6B3E}" type="datetime1">
              <a:rPr lang="en-IN" smtClean="0"/>
              <a:t>07-06-2022</a:t>
            </a:fld>
            <a:endParaRPr lang="en-IN" dirty="0"/>
          </a:p>
        </p:txBody>
      </p:sp>
      <p:sp>
        <p:nvSpPr>
          <p:cNvPr id="5" name="Footer Placeholder 4"/>
          <p:cNvSpPr>
            <a:spLocks noGrp="1"/>
          </p:cNvSpPr>
          <p:nvPr>
            <p:ph type="ftr" sz="quarter" idx="11"/>
          </p:nvPr>
        </p:nvSpPr>
        <p:spPr/>
        <p:txBody>
          <a:bodyPr/>
          <a:lstStyle/>
          <a:p>
            <a:r>
              <a:rPr lang="en-IN" dirty="0"/>
              <a:t>BATCH NO:  58    DEPARTMENT OF COMPUTER SCIENCE &amp; ENGINEERING</a:t>
            </a:r>
          </a:p>
        </p:txBody>
      </p:sp>
      <p:sp>
        <p:nvSpPr>
          <p:cNvPr id="6" name="Slide Number Placeholder 5"/>
          <p:cNvSpPr>
            <a:spLocks noGrp="1"/>
          </p:cNvSpPr>
          <p:nvPr>
            <p:ph type="sldNum" sz="quarter" idx="12"/>
          </p:nvPr>
        </p:nvSpPr>
        <p:spPr/>
        <p:txBody>
          <a:bodyPr/>
          <a:lstStyle/>
          <a:p>
            <a:fld id="{669AD40C-E5A7-4132-A31D-54A4D1BB6E89}" type="slidenum">
              <a:rPr lang="en-IN" smtClean="0"/>
              <a:t>19</a:t>
            </a:fld>
            <a:endParaRPr lang="en-IN" dirty="0"/>
          </a:p>
        </p:txBody>
      </p:sp>
      <p:pic>
        <p:nvPicPr>
          <p:cNvPr id="7" name="Picture 2" descr="Block Diagram of Emotion recognition through speech . Step 8: If... |  Download Scientific Diagram">
            <a:extLst>
              <a:ext uri="{FF2B5EF4-FFF2-40B4-BE49-F238E27FC236}">
                <a16:creationId xmlns:a16="http://schemas.microsoft.com/office/drawing/2014/main" id="{AACB1DA5-10C5-4FBF-9097-DC06230F4A55}"/>
              </a:ext>
            </a:extLst>
          </p:cNvPr>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2123728" y="764704"/>
            <a:ext cx="4248472" cy="5621143"/>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393865489"/>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45208" y="764704"/>
            <a:ext cx="8229600" cy="4525963"/>
          </a:xfrm>
        </p:spPr>
        <p:txBody>
          <a:bodyPr>
            <a:normAutofit/>
          </a:bodyPr>
          <a:lstStyle/>
          <a:p>
            <a:pPr marL="0" indent="0">
              <a:buNone/>
            </a:pPr>
            <a:r>
              <a:rPr lang="en-US" sz="2200" b="1" dirty="0">
                <a:latin typeface="Times New Roman" pitchFamily="18" charset="0"/>
                <a:cs typeface="Times New Roman" pitchFamily="18" charset="0"/>
              </a:rPr>
              <a:t>UNIT TESTING</a:t>
            </a:r>
            <a:endParaRPr lang="en-IN" sz="2200" b="1" i="1" dirty="0">
              <a:latin typeface="Times New Roman" pitchFamily="18" charset="0"/>
              <a:cs typeface="Times New Roman" pitchFamily="18" charset="0"/>
            </a:endParaRPr>
          </a:p>
        </p:txBody>
      </p:sp>
      <p:sp>
        <p:nvSpPr>
          <p:cNvPr id="4" name="Footer Placeholder 3"/>
          <p:cNvSpPr>
            <a:spLocks noGrp="1"/>
          </p:cNvSpPr>
          <p:nvPr>
            <p:ph type="ftr" sz="quarter" idx="11"/>
          </p:nvPr>
        </p:nvSpPr>
        <p:spPr/>
        <p:txBody>
          <a:bodyPr/>
          <a:lstStyle/>
          <a:p>
            <a:r>
              <a:rPr lang="en-IN" dirty="0"/>
              <a:t>BATCH NO:  58    DEPARTMENT OF COMPUTER SCIENCE &amp; ENGINEERING</a:t>
            </a:r>
          </a:p>
        </p:txBody>
      </p:sp>
      <p:sp>
        <p:nvSpPr>
          <p:cNvPr id="5" name="Slide Number Placeholder 4"/>
          <p:cNvSpPr>
            <a:spLocks noGrp="1"/>
          </p:cNvSpPr>
          <p:nvPr>
            <p:ph type="sldNum" sz="quarter" idx="12"/>
          </p:nvPr>
        </p:nvSpPr>
        <p:spPr/>
        <p:txBody>
          <a:bodyPr/>
          <a:lstStyle/>
          <a:p>
            <a:fld id="{FA00FD27-8DB0-4CB2-BD37-BEA95C6A1008}" type="slidenum">
              <a:rPr lang="en-IN" smtClean="0"/>
              <a:t>20</a:t>
            </a:fld>
            <a:endParaRPr lang="en-IN" dirty="0"/>
          </a:p>
        </p:txBody>
      </p:sp>
      <p:sp>
        <p:nvSpPr>
          <p:cNvPr id="6" name="Title 1"/>
          <p:cNvSpPr>
            <a:spLocks noGrp="1"/>
          </p:cNvSpPr>
          <p:nvPr>
            <p:ph type="title"/>
          </p:nvPr>
        </p:nvSpPr>
        <p:spPr>
          <a:xfrm>
            <a:off x="457200" y="-100314"/>
            <a:ext cx="8229600" cy="1143000"/>
          </a:xfrm>
        </p:spPr>
        <p:txBody>
          <a:bodyPr/>
          <a:lstStyle/>
          <a:p>
            <a:pPr algn="l"/>
            <a:r>
              <a:rPr lang="en-IN" sz="2400" b="1" dirty="0">
                <a:latin typeface="Times New Roman" pitchFamily="18" charset="0"/>
                <a:cs typeface="Times New Roman" pitchFamily="18" charset="0"/>
              </a:rPr>
              <a:t>TESTING</a:t>
            </a:r>
            <a:endParaRPr lang="en-IN" dirty="0"/>
          </a:p>
        </p:txBody>
      </p:sp>
      <p:sp>
        <p:nvSpPr>
          <p:cNvPr id="2" name="Date Placeholder 1">
            <a:extLst>
              <a:ext uri="{FF2B5EF4-FFF2-40B4-BE49-F238E27FC236}">
                <a16:creationId xmlns:a16="http://schemas.microsoft.com/office/drawing/2014/main" id="{D96C4A2D-9017-42E0-A2CF-28CE0011F500}"/>
              </a:ext>
            </a:extLst>
          </p:cNvPr>
          <p:cNvSpPr>
            <a:spLocks noGrp="1"/>
          </p:cNvSpPr>
          <p:nvPr>
            <p:ph type="dt" sz="half" idx="10"/>
          </p:nvPr>
        </p:nvSpPr>
        <p:spPr/>
        <p:txBody>
          <a:bodyPr/>
          <a:lstStyle/>
          <a:p>
            <a:fld id="{6B8BD438-1D3A-4A13-B84D-B3C55FAEBECC}" type="datetime1">
              <a:rPr lang="en-IN" smtClean="0"/>
              <a:t>07-06-2022</a:t>
            </a:fld>
            <a:endParaRPr lang="en-IN" dirty="0"/>
          </a:p>
        </p:txBody>
      </p:sp>
      <p:sp>
        <p:nvSpPr>
          <p:cNvPr id="8" name="TextBox 7">
            <a:extLst>
              <a:ext uri="{FF2B5EF4-FFF2-40B4-BE49-F238E27FC236}">
                <a16:creationId xmlns:a16="http://schemas.microsoft.com/office/drawing/2014/main" id="{47EBA7E5-C8D9-4678-8C09-77570F48A267}"/>
              </a:ext>
            </a:extLst>
          </p:cNvPr>
          <p:cNvSpPr txBox="1"/>
          <p:nvPr/>
        </p:nvSpPr>
        <p:spPr>
          <a:xfrm>
            <a:off x="445208" y="1412350"/>
            <a:ext cx="8519280" cy="1200329"/>
          </a:xfrm>
          <a:prstGeom prst="rect">
            <a:avLst/>
          </a:prstGeom>
          <a:noFill/>
        </p:spPr>
        <p:txBody>
          <a:bodyPr wrap="square">
            <a:spAutoFit/>
          </a:bodyPr>
          <a:lstStyle/>
          <a:p>
            <a:pPr algn="just"/>
            <a:r>
              <a:rPr lang="en-US" b="0" i="0" dirty="0">
                <a:solidFill>
                  <a:srgbClr val="333333"/>
                </a:solidFill>
                <a:effectLst/>
                <a:latin typeface="Times New Roman" panose="02020603050405020304" pitchFamily="18" charset="0"/>
                <a:cs typeface="Times New Roman" panose="02020603050405020304" pitchFamily="18" charset="0"/>
              </a:rPr>
              <a:t>Unit testing involves the testing of each unit or an individual component of the software application. It is the first level of functional testing. The aim behind unit testing is to validate unit components with its performance . A unit is a single testable part of a software system and tested during the development phase of the application software.</a:t>
            </a:r>
          </a:p>
        </p:txBody>
      </p:sp>
      <p:pic>
        <p:nvPicPr>
          <p:cNvPr id="10" name="Picture 9">
            <a:extLst>
              <a:ext uri="{FF2B5EF4-FFF2-40B4-BE49-F238E27FC236}">
                <a16:creationId xmlns:a16="http://schemas.microsoft.com/office/drawing/2014/main" id="{A3B1979D-2B15-470F-9AC4-F130C2ACBDCC}"/>
              </a:ext>
            </a:extLst>
          </p:cNvPr>
          <p:cNvPicPr>
            <a:picLocks noChangeAspect="1"/>
          </p:cNvPicPr>
          <p:nvPr/>
        </p:nvPicPr>
        <p:blipFill>
          <a:blip r:embed="rId2"/>
          <a:stretch>
            <a:fillRect/>
          </a:stretch>
        </p:blipFill>
        <p:spPr>
          <a:xfrm>
            <a:off x="457200" y="2649550"/>
            <a:ext cx="4114800" cy="3605703"/>
          </a:xfrm>
          <a:prstGeom prst="rect">
            <a:avLst/>
          </a:prstGeom>
        </p:spPr>
      </p:pic>
      <p:pic>
        <p:nvPicPr>
          <p:cNvPr id="12" name="Picture 11">
            <a:extLst>
              <a:ext uri="{FF2B5EF4-FFF2-40B4-BE49-F238E27FC236}">
                <a16:creationId xmlns:a16="http://schemas.microsoft.com/office/drawing/2014/main" id="{5E818101-8A6F-4E23-B477-4D7FEEC92472}"/>
              </a:ext>
            </a:extLst>
          </p:cNvPr>
          <p:cNvPicPr>
            <a:picLocks noChangeAspect="1"/>
          </p:cNvPicPr>
          <p:nvPr/>
        </p:nvPicPr>
        <p:blipFill>
          <a:blip r:embed="rId3"/>
          <a:stretch>
            <a:fillRect/>
          </a:stretch>
        </p:blipFill>
        <p:spPr>
          <a:xfrm>
            <a:off x="5148065" y="2570103"/>
            <a:ext cx="3793444" cy="3828823"/>
          </a:xfrm>
          <a:prstGeom prst="rect">
            <a:avLst/>
          </a:prstGeom>
        </p:spPr>
      </p:pic>
    </p:spTree>
    <p:extLst>
      <p:ext uri="{BB962C8B-B14F-4D97-AF65-F5344CB8AC3E}">
        <p14:creationId xmlns:p14="http://schemas.microsoft.com/office/powerpoint/2010/main" val="2419782978"/>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txBox="1">
            <a:spLocks/>
          </p:cNvSpPr>
          <p:nvPr/>
        </p:nvSpPr>
        <p:spPr>
          <a:xfrm>
            <a:off x="457200" y="548680"/>
            <a:ext cx="8229600" cy="1143000"/>
          </a:xfrm>
          <a:prstGeom prst="rect">
            <a:avLst/>
          </a:prstGeom>
        </p:spPr>
        <p:txBody>
          <a:bodyPr/>
          <a:lstStyle>
            <a:lvl1pPr algn="ctr" defTabSz="914400" rtl="0" eaLnBrk="1" latinLnBrk="0" hangingPunct="1">
              <a:spcBef>
                <a:spcPct val="0"/>
              </a:spcBef>
              <a:buNone/>
              <a:defRPr sz="4400" kern="1200">
                <a:solidFill>
                  <a:schemeClr val="tx1"/>
                </a:solidFill>
                <a:latin typeface="+mj-lt"/>
                <a:ea typeface="+mj-ea"/>
                <a:cs typeface="+mj-cs"/>
              </a:defRPr>
            </a:lvl1pPr>
          </a:lstStyle>
          <a:p>
            <a:pPr algn="l"/>
            <a:endParaRPr lang="en-IN" dirty="0"/>
          </a:p>
        </p:txBody>
      </p:sp>
      <p:sp>
        <p:nvSpPr>
          <p:cNvPr id="4" name="Title 1"/>
          <p:cNvSpPr txBox="1">
            <a:spLocks/>
          </p:cNvSpPr>
          <p:nvPr/>
        </p:nvSpPr>
        <p:spPr>
          <a:xfrm>
            <a:off x="457200" y="357914"/>
            <a:ext cx="8229600" cy="1143000"/>
          </a:xfrm>
          <a:prstGeom prst="rect">
            <a:avLst/>
          </a:prstGeom>
        </p:spPr>
        <p:txBody>
          <a:bodyPr/>
          <a:lstStyle>
            <a:lvl1pPr algn="ctr" defTabSz="914400" rtl="0" eaLnBrk="1" latinLnBrk="0" hangingPunct="1">
              <a:spcBef>
                <a:spcPct val="0"/>
              </a:spcBef>
              <a:buNone/>
              <a:defRPr sz="4400" kern="1200">
                <a:solidFill>
                  <a:schemeClr val="tx1"/>
                </a:solidFill>
                <a:latin typeface="+mj-lt"/>
                <a:ea typeface="+mj-ea"/>
                <a:cs typeface="+mj-cs"/>
              </a:defRPr>
            </a:lvl1pPr>
          </a:lstStyle>
          <a:p>
            <a:pPr algn="l"/>
            <a:r>
              <a:rPr lang="en-IN" sz="2400" b="1" dirty="0">
                <a:latin typeface="Times New Roman" pitchFamily="18" charset="0"/>
                <a:cs typeface="Times New Roman" pitchFamily="18" charset="0"/>
              </a:rPr>
              <a:t>INPUT</a:t>
            </a:r>
            <a:endParaRPr lang="en-IN" dirty="0"/>
          </a:p>
        </p:txBody>
      </p:sp>
      <p:sp>
        <p:nvSpPr>
          <p:cNvPr id="5" name="Date Placeholder 4">
            <a:extLst>
              <a:ext uri="{FF2B5EF4-FFF2-40B4-BE49-F238E27FC236}">
                <a16:creationId xmlns:a16="http://schemas.microsoft.com/office/drawing/2014/main" id="{3332D3A1-0E5E-472D-B745-2C025C47276F}"/>
              </a:ext>
            </a:extLst>
          </p:cNvPr>
          <p:cNvSpPr>
            <a:spLocks noGrp="1"/>
          </p:cNvSpPr>
          <p:nvPr>
            <p:ph type="dt" sz="half" idx="10"/>
          </p:nvPr>
        </p:nvSpPr>
        <p:spPr/>
        <p:txBody>
          <a:bodyPr/>
          <a:lstStyle/>
          <a:p>
            <a:fld id="{6286AE29-924F-4C57-A4A1-9F11EA454B38}" type="datetime1">
              <a:rPr lang="en-IN" smtClean="0"/>
              <a:t>07-06-2022</a:t>
            </a:fld>
            <a:endParaRPr lang="en-IN" dirty="0"/>
          </a:p>
        </p:txBody>
      </p:sp>
      <p:sp>
        <p:nvSpPr>
          <p:cNvPr id="6" name="Footer Placeholder 5">
            <a:extLst>
              <a:ext uri="{FF2B5EF4-FFF2-40B4-BE49-F238E27FC236}">
                <a16:creationId xmlns:a16="http://schemas.microsoft.com/office/drawing/2014/main" id="{6D564E81-98F8-4D91-BE4F-6D43351F06EF}"/>
              </a:ext>
            </a:extLst>
          </p:cNvPr>
          <p:cNvSpPr>
            <a:spLocks noGrp="1"/>
          </p:cNvSpPr>
          <p:nvPr>
            <p:ph type="ftr" sz="quarter" idx="11"/>
          </p:nvPr>
        </p:nvSpPr>
        <p:spPr/>
        <p:txBody>
          <a:bodyPr/>
          <a:lstStyle/>
          <a:p>
            <a:r>
              <a:rPr lang="en-IN" dirty="0"/>
              <a:t>BATCH NO:  58    DEPARTMENT OF COMPUTER SCIENCE &amp; ENGINEERING</a:t>
            </a:r>
          </a:p>
        </p:txBody>
      </p:sp>
      <p:sp>
        <p:nvSpPr>
          <p:cNvPr id="7" name="Slide Number Placeholder 6">
            <a:extLst>
              <a:ext uri="{FF2B5EF4-FFF2-40B4-BE49-F238E27FC236}">
                <a16:creationId xmlns:a16="http://schemas.microsoft.com/office/drawing/2014/main" id="{54BDD47B-C6FF-4D24-A3D9-34B0299ACF82}"/>
              </a:ext>
            </a:extLst>
          </p:cNvPr>
          <p:cNvSpPr>
            <a:spLocks noGrp="1"/>
          </p:cNvSpPr>
          <p:nvPr>
            <p:ph type="sldNum" sz="quarter" idx="12"/>
          </p:nvPr>
        </p:nvSpPr>
        <p:spPr/>
        <p:txBody>
          <a:bodyPr/>
          <a:lstStyle/>
          <a:p>
            <a:fld id="{669AD40C-E5A7-4132-A31D-54A4D1BB6E89}" type="slidenum">
              <a:rPr lang="en-IN" smtClean="0"/>
              <a:t>21</a:t>
            </a:fld>
            <a:endParaRPr lang="en-IN" dirty="0"/>
          </a:p>
        </p:txBody>
      </p:sp>
      <p:pic>
        <p:nvPicPr>
          <p:cNvPr id="8" name="Picture 7">
            <a:extLst>
              <a:ext uri="{FF2B5EF4-FFF2-40B4-BE49-F238E27FC236}">
                <a16:creationId xmlns:a16="http://schemas.microsoft.com/office/drawing/2014/main" id="{A4F0BCD1-12F6-4549-9388-31C01BB3D6FD}"/>
              </a:ext>
            </a:extLst>
          </p:cNvPr>
          <p:cNvPicPr>
            <a:picLocks noChangeAspect="1"/>
          </p:cNvPicPr>
          <p:nvPr/>
        </p:nvPicPr>
        <p:blipFill>
          <a:blip r:embed="rId2"/>
          <a:stretch>
            <a:fillRect/>
          </a:stretch>
        </p:blipFill>
        <p:spPr>
          <a:xfrm>
            <a:off x="277929" y="826330"/>
            <a:ext cx="4294071" cy="5339254"/>
          </a:xfrm>
          <a:prstGeom prst="rect">
            <a:avLst/>
          </a:prstGeom>
        </p:spPr>
      </p:pic>
      <p:pic>
        <p:nvPicPr>
          <p:cNvPr id="11" name="Picture 10">
            <a:extLst>
              <a:ext uri="{FF2B5EF4-FFF2-40B4-BE49-F238E27FC236}">
                <a16:creationId xmlns:a16="http://schemas.microsoft.com/office/drawing/2014/main" id="{2F96D826-BCD7-4F16-BEE4-A4CF400CAACE}"/>
              </a:ext>
            </a:extLst>
          </p:cNvPr>
          <p:cNvPicPr>
            <a:picLocks noChangeAspect="1"/>
          </p:cNvPicPr>
          <p:nvPr/>
        </p:nvPicPr>
        <p:blipFill rotWithShape="1">
          <a:blip r:embed="rId3"/>
          <a:srcRect r="14286"/>
          <a:stretch/>
        </p:blipFill>
        <p:spPr>
          <a:xfrm>
            <a:off x="4932040" y="929414"/>
            <a:ext cx="3024336" cy="5052498"/>
          </a:xfrm>
          <a:prstGeom prst="rect">
            <a:avLst/>
          </a:prstGeom>
        </p:spPr>
      </p:pic>
    </p:spTree>
    <p:extLst>
      <p:ext uri="{BB962C8B-B14F-4D97-AF65-F5344CB8AC3E}">
        <p14:creationId xmlns:p14="http://schemas.microsoft.com/office/powerpoint/2010/main" val="2077298551"/>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95E3445C-F1B4-4390-8C45-7EC57ECC1F84}"/>
              </a:ext>
            </a:extLst>
          </p:cNvPr>
          <p:cNvSpPr>
            <a:spLocks noGrp="1"/>
          </p:cNvSpPr>
          <p:nvPr>
            <p:ph type="dt" sz="half" idx="10"/>
          </p:nvPr>
        </p:nvSpPr>
        <p:spPr/>
        <p:txBody>
          <a:bodyPr/>
          <a:lstStyle/>
          <a:p>
            <a:fld id="{C699F7AA-1DC8-40E9-BC7E-AD5661FFF492}" type="datetime1">
              <a:rPr lang="en-IN" smtClean="0"/>
              <a:t>07-06-2022</a:t>
            </a:fld>
            <a:endParaRPr lang="en-IN" dirty="0"/>
          </a:p>
        </p:txBody>
      </p:sp>
      <p:sp>
        <p:nvSpPr>
          <p:cNvPr id="3" name="Footer Placeholder 2">
            <a:extLst>
              <a:ext uri="{FF2B5EF4-FFF2-40B4-BE49-F238E27FC236}">
                <a16:creationId xmlns:a16="http://schemas.microsoft.com/office/drawing/2014/main" id="{15C7A034-D93D-4FE1-A038-E408DB7C50E6}"/>
              </a:ext>
            </a:extLst>
          </p:cNvPr>
          <p:cNvSpPr>
            <a:spLocks noGrp="1"/>
          </p:cNvSpPr>
          <p:nvPr>
            <p:ph type="ftr" sz="quarter" idx="11"/>
          </p:nvPr>
        </p:nvSpPr>
        <p:spPr/>
        <p:txBody>
          <a:bodyPr/>
          <a:lstStyle/>
          <a:p>
            <a:r>
              <a:rPr lang="en-IN" dirty="0"/>
              <a:t>BATCH NO:  58    DEPARTMENT OF COMPUTER SCIENCE &amp; ENGINEERING</a:t>
            </a:r>
          </a:p>
        </p:txBody>
      </p:sp>
      <p:sp>
        <p:nvSpPr>
          <p:cNvPr id="4" name="Slide Number Placeholder 3">
            <a:extLst>
              <a:ext uri="{FF2B5EF4-FFF2-40B4-BE49-F238E27FC236}">
                <a16:creationId xmlns:a16="http://schemas.microsoft.com/office/drawing/2014/main" id="{DFE35922-6D69-4027-9F84-385846F6736C}"/>
              </a:ext>
            </a:extLst>
          </p:cNvPr>
          <p:cNvSpPr>
            <a:spLocks noGrp="1"/>
          </p:cNvSpPr>
          <p:nvPr>
            <p:ph type="sldNum" sz="quarter" idx="12"/>
          </p:nvPr>
        </p:nvSpPr>
        <p:spPr/>
        <p:txBody>
          <a:bodyPr/>
          <a:lstStyle/>
          <a:p>
            <a:fld id="{669AD40C-E5A7-4132-A31D-54A4D1BB6E89}" type="slidenum">
              <a:rPr lang="en-IN" smtClean="0"/>
              <a:t>22</a:t>
            </a:fld>
            <a:endParaRPr lang="en-IN" dirty="0"/>
          </a:p>
        </p:txBody>
      </p:sp>
      <p:sp>
        <p:nvSpPr>
          <p:cNvPr id="6" name="TextBox 5">
            <a:extLst>
              <a:ext uri="{FF2B5EF4-FFF2-40B4-BE49-F238E27FC236}">
                <a16:creationId xmlns:a16="http://schemas.microsoft.com/office/drawing/2014/main" id="{1FF21E83-5636-4F91-8F0A-2B91DCE8C469}"/>
              </a:ext>
            </a:extLst>
          </p:cNvPr>
          <p:cNvSpPr txBox="1"/>
          <p:nvPr/>
        </p:nvSpPr>
        <p:spPr>
          <a:xfrm>
            <a:off x="304800" y="476672"/>
            <a:ext cx="4572000" cy="400110"/>
          </a:xfrm>
          <a:prstGeom prst="rect">
            <a:avLst/>
          </a:prstGeom>
          <a:noFill/>
        </p:spPr>
        <p:txBody>
          <a:bodyPr wrap="square">
            <a:spAutoFit/>
          </a:bodyPr>
          <a:lstStyle/>
          <a:p>
            <a:pPr algn="l"/>
            <a:r>
              <a:rPr lang="en-IN" sz="2000" b="1" dirty="0">
                <a:latin typeface="Times New Roman" pitchFamily="18" charset="0"/>
                <a:cs typeface="Times New Roman" pitchFamily="18" charset="0"/>
              </a:rPr>
              <a:t>OUTPUT</a:t>
            </a:r>
            <a:endParaRPr lang="en-IN" sz="2000" dirty="0"/>
          </a:p>
        </p:txBody>
      </p:sp>
      <p:pic>
        <p:nvPicPr>
          <p:cNvPr id="8" name="Picture 7">
            <a:extLst>
              <a:ext uri="{FF2B5EF4-FFF2-40B4-BE49-F238E27FC236}">
                <a16:creationId xmlns:a16="http://schemas.microsoft.com/office/drawing/2014/main" id="{41E8025C-4B91-4BAB-917E-499AE064AA6C}"/>
              </a:ext>
            </a:extLst>
          </p:cNvPr>
          <p:cNvPicPr>
            <a:picLocks noChangeAspect="1"/>
          </p:cNvPicPr>
          <p:nvPr/>
        </p:nvPicPr>
        <p:blipFill>
          <a:blip r:embed="rId2"/>
          <a:stretch>
            <a:fillRect/>
          </a:stretch>
        </p:blipFill>
        <p:spPr>
          <a:xfrm>
            <a:off x="181568" y="919368"/>
            <a:ext cx="4659657" cy="3456384"/>
          </a:xfrm>
          <a:prstGeom prst="rect">
            <a:avLst/>
          </a:prstGeom>
        </p:spPr>
      </p:pic>
      <p:pic>
        <p:nvPicPr>
          <p:cNvPr id="10" name="Picture 9">
            <a:extLst>
              <a:ext uri="{FF2B5EF4-FFF2-40B4-BE49-F238E27FC236}">
                <a16:creationId xmlns:a16="http://schemas.microsoft.com/office/drawing/2014/main" id="{7C0D9FE1-63E0-4207-8DEB-C5965D8A48B8}"/>
              </a:ext>
            </a:extLst>
          </p:cNvPr>
          <p:cNvPicPr>
            <a:picLocks noChangeAspect="1"/>
          </p:cNvPicPr>
          <p:nvPr/>
        </p:nvPicPr>
        <p:blipFill>
          <a:blip r:embed="rId3"/>
          <a:stretch>
            <a:fillRect/>
          </a:stretch>
        </p:blipFill>
        <p:spPr>
          <a:xfrm>
            <a:off x="181568" y="4458887"/>
            <a:ext cx="6744284" cy="1798476"/>
          </a:xfrm>
          <a:prstGeom prst="rect">
            <a:avLst/>
          </a:prstGeom>
        </p:spPr>
      </p:pic>
      <p:pic>
        <p:nvPicPr>
          <p:cNvPr id="12" name="Picture 11">
            <a:extLst>
              <a:ext uri="{FF2B5EF4-FFF2-40B4-BE49-F238E27FC236}">
                <a16:creationId xmlns:a16="http://schemas.microsoft.com/office/drawing/2014/main" id="{983705BD-6D3B-4CDF-AB86-705A6D5ED3C6}"/>
              </a:ext>
            </a:extLst>
          </p:cNvPr>
          <p:cNvPicPr>
            <a:picLocks noChangeAspect="1"/>
          </p:cNvPicPr>
          <p:nvPr/>
        </p:nvPicPr>
        <p:blipFill>
          <a:blip r:embed="rId4"/>
          <a:stretch>
            <a:fillRect/>
          </a:stretch>
        </p:blipFill>
        <p:spPr>
          <a:xfrm>
            <a:off x="4902869" y="1267325"/>
            <a:ext cx="3347537" cy="3108427"/>
          </a:xfrm>
          <a:prstGeom prst="rect">
            <a:avLst/>
          </a:prstGeom>
        </p:spPr>
      </p:pic>
    </p:spTree>
    <p:extLst>
      <p:ext uri="{BB962C8B-B14F-4D97-AF65-F5344CB8AC3E}">
        <p14:creationId xmlns:p14="http://schemas.microsoft.com/office/powerpoint/2010/main" val="3822195471"/>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D090480C-5918-4AD8-9EBD-81B2EF17EF2D}"/>
              </a:ext>
            </a:extLst>
          </p:cNvPr>
          <p:cNvSpPr>
            <a:spLocks noGrp="1"/>
          </p:cNvSpPr>
          <p:nvPr>
            <p:ph type="dt" sz="half" idx="10"/>
          </p:nvPr>
        </p:nvSpPr>
        <p:spPr/>
        <p:txBody>
          <a:bodyPr/>
          <a:lstStyle/>
          <a:p>
            <a:fld id="{C699F7AA-1DC8-40E9-BC7E-AD5661FFF492}" type="datetime1">
              <a:rPr lang="en-IN" smtClean="0"/>
              <a:t>07-06-2022</a:t>
            </a:fld>
            <a:endParaRPr lang="en-IN" dirty="0"/>
          </a:p>
        </p:txBody>
      </p:sp>
      <p:sp>
        <p:nvSpPr>
          <p:cNvPr id="3" name="Footer Placeholder 2">
            <a:extLst>
              <a:ext uri="{FF2B5EF4-FFF2-40B4-BE49-F238E27FC236}">
                <a16:creationId xmlns:a16="http://schemas.microsoft.com/office/drawing/2014/main" id="{18CD0F02-8446-449B-9840-097C00D13B85}"/>
              </a:ext>
            </a:extLst>
          </p:cNvPr>
          <p:cNvSpPr>
            <a:spLocks noGrp="1"/>
          </p:cNvSpPr>
          <p:nvPr>
            <p:ph type="ftr" sz="quarter" idx="11"/>
          </p:nvPr>
        </p:nvSpPr>
        <p:spPr/>
        <p:txBody>
          <a:bodyPr/>
          <a:lstStyle/>
          <a:p>
            <a:r>
              <a:rPr lang="en-IN" dirty="0"/>
              <a:t>BATCH NO:  58    DEPARTMENT OF COMPUTER SCIENCE &amp; ENGINEERING</a:t>
            </a:r>
          </a:p>
        </p:txBody>
      </p:sp>
      <p:sp>
        <p:nvSpPr>
          <p:cNvPr id="4" name="Slide Number Placeholder 3">
            <a:extLst>
              <a:ext uri="{FF2B5EF4-FFF2-40B4-BE49-F238E27FC236}">
                <a16:creationId xmlns:a16="http://schemas.microsoft.com/office/drawing/2014/main" id="{B93D921D-E3FA-4E1A-A0A9-8B022DE2BD24}"/>
              </a:ext>
            </a:extLst>
          </p:cNvPr>
          <p:cNvSpPr>
            <a:spLocks noGrp="1"/>
          </p:cNvSpPr>
          <p:nvPr>
            <p:ph type="sldNum" sz="quarter" idx="12"/>
          </p:nvPr>
        </p:nvSpPr>
        <p:spPr/>
        <p:txBody>
          <a:bodyPr/>
          <a:lstStyle/>
          <a:p>
            <a:fld id="{669AD40C-E5A7-4132-A31D-54A4D1BB6E89}" type="slidenum">
              <a:rPr lang="en-IN" smtClean="0"/>
              <a:t>23</a:t>
            </a:fld>
            <a:endParaRPr lang="en-IN" dirty="0"/>
          </a:p>
        </p:txBody>
      </p:sp>
      <p:sp>
        <p:nvSpPr>
          <p:cNvPr id="5" name="TextBox 4">
            <a:extLst>
              <a:ext uri="{FF2B5EF4-FFF2-40B4-BE49-F238E27FC236}">
                <a16:creationId xmlns:a16="http://schemas.microsoft.com/office/drawing/2014/main" id="{9C6C5D68-E071-45B6-9995-137CF74C7988}"/>
              </a:ext>
            </a:extLst>
          </p:cNvPr>
          <p:cNvSpPr txBox="1"/>
          <p:nvPr/>
        </p:nvSpPr>
        <p:spPr>
          <a:xfrm flipH="1">
            <a:off x="454742" y="476672"/>
            <a:ext cx="4202753" cy="400110"/>
          </a:xfrm>
          <a:prstGeom prst="rect">
            <a:avLst/>
          </a:prstGeom>
          <a:noFill/>
        </p:spPr>
        <p:txBody>
          <a:bodyPr wrap="square" rtlCol="0">
            <a:spAutoFit/>
          </a:bodyPr>
          <a:lstStyle/>
          <a:p>
            <a:r>
              <a:rPr lang="en-IN" sz="2000" b="1" dirty="0">
                <a:latin typeface="Times New Roman" panose="02020603050405020304" pitchFamily="18" charset="0"/>
                <a:cs typeface="Times New Roman" panose="02020603050405020304" pitchFamily="18" charset="0"/>
              </a:rPr>
              <a:t>DEMO VIDEO LINK :</a:t>
            </a:r>
          </a:p>
        </p:txBody>
      </p:sp>
      <p:sp>
        <p:nvSpPr>
          <p:cNvPr id="10" name="TextBox 9">
            <a:extLst>
              <a:ext uri="{FF2B5EF4-FFF2-40B4-BE49-F238E27FC236}">
                <a16:creationId xmlns:a16="http://schemas.microsoft.com/office/drawing/2014/main" id="{13473692-97B5-4D5C-AC0A-7EA8F3A95B2A}"/>
              </a:ext>
            </a:extLst>
          </p:cNvPr>
          <p:cNvSpPr txBox="1"/>
          <p:nvPr/>
        </p:nvSpPr>
        <p:spPr>
          <a:xfrm>
            <a:off x="827584" y="1750212"/>
            <a:ext cx="4572000" cy="477054"/>
          </a:xfrm>
          <a:prstGeom prst="rect">
            <a:avLst/>
          </a:prstGeom>
          <a:noFill/>
        </p:spPr>
        <p:txBody>
          <a:bodyPr wrap="square">
            <a:spAutoFit/>
          </a:bodyPr>
          <a:lstStyle/>
          <a:p>
            <a:pPr marL="285750" indent="-285750">
              <a:buFont typeface="Wingdings" panose="05000000000000000000" pitchFamily="2" charset="2"/>
              <a:buChar char="Ø"/>
            </a:pPr>
            <a:r>
              <a:rPr lang="en-IN" sz="2500" dirty="0">
                <a:hlinkClick r:id="rId2"/>
              </a:rPr>
              <a:t>https://youtu.be/XRpZjBCuVHI</a:t>
            </a:r>
            <a:endParaRPr lang="en-IN" sz="2500" dirty="0"/>
          </a:p>
        </p:txBody>
      </p:sp>
    </p:spTree>
    <p:extLst>
      <p:ext uri="{BB962C8B-B14F-4D97-AF65-F5344CB8AC3E}">
        <p14:creationId xmlns:p14="http://schemas.microsoft.com/office/powerpoint/2010/main" val="2669710884"/>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2314600" cy="1143000"/>
          </a:xfrm>
        </p:spPr>
        <p:txBody>
          <a:bodyPr>
            <a:normAutofit/>
          </a:bodyPr>
          <a:lstStyle/>
          <a:p>
            <a:r>
              <a:rPr lang="en-GB" sz="2400" b="1" dirty="0">
                <a:latin typeface="Times New Roman" panose="02020603050405020304" pitchFamily="18" charset="0"/>
                <a:cs typeface="Times New Roman" panose="02020603050405020304" pitchFamily="18" charset="0"/>
              </a:rPr>
              <a:t>CONCLUSION</a:t>
            </a:r>
            <a:endParaRPr lang="en-US" sz="2400" b="1" dirty="0">
              <a:latin typeface="Times New Roman" panose="02020603050405020304" pitchFamily="18" charset="0"/>
              <a:cs typeface="Times New Roman" panose="02020603050405020304" pitchFamily="18" charset="0"/>
            </a:endParaRPr>
          </a:p>
        </p:txBody>
      </p:sp>
      <p:sp>
        <p:nvSpPr>
          <p:cNvPr id="3" name="Content Placeholder 2"/>
          <p:cNvSpPr>
            <a:spLocks noGrp="1"/>
          </p:cNvSpPr>
          <p:nvPr>
            <p:ph idx="1"/>
          </p:nvPr>
        </p:nvSpPr>
        <p:spPr/>
        <p:txBody>
          <a:bodyPr/>
          <a:lstStyle/>
          <a:p>
            <a:pPr marL="195580" marR="5080" indent="-183515" algn="just">
              <a:spcBef>
                <a:spcPts val="425"/>
              </a:spcBef>
              <a:buClr>
                <a:srgbClr val="9E3611"/>
              </a:buClr>
              <a:buSzPct val="81250"/>
              <a:buFont typeface="Wingdings"/>
              <a:buChar char=""/>
              <a:tabLst>
                <a:tab pos="219710" algn="l"/>
                <a:tab pos="1649095" algn="l"/>
              </a:tabLst>
            </a:pPr>
            <a:r>
              <a:rPr lang="en-US" sz="2600" dirty="0">
                <a:latin typeface="Times New Roman" panose="02020603050405020304" pitchFamily="18" charset="0"/>
                <a:ea typeface="Calibri" panose="020F0502020204030204" pitchFamily="34" charset="0"/>
                <a:cs typeface="Times New Roman" panose="02020603050405020304" pitchFamily="18" charset="0"/>
              </a:rPr>
              <a:t>The research over this idea fetches us the knowledge, that this techniques is yet play the vital role in medical and technical field. </a:t>
            </a:r>
          </a:p>
          <a:p>
            <a:pPr marL="195580" marR="5080" indent="-183515" algn="just">
              <a:spcBef>
                <a:spcPts val="425"/>
              </a:spcBef>
              <a:buClr>
                <a:srgbClr val="9E3611"/>
              </a:buClr>
              <a:buSzPct val="81250"/>
              <a:buFont typeface="Wingdings"/>
              <a:buChar char=""/>
              <a:tabLst>
                <a:tab pos="219710" algn="l"/>
                <a:tab pos="1649095" algn="l"/>
              </a:tabLst>
            </a:pPr>
            <a:endParaRPr lang="en-US" sz="2600" dirty="0">
              <a:latin typeface="Times New Roman" panose="02020603050405020304" pitchFamily="18" charset="0"/>
              <a:ea typeface="Calibri" panose="020F0502020204030204" pitchFamily="34" charset="0"/>
              <a:cs typeface="Times New Roman" panose="02020603050405020304" pitchFamily="18" charset="0"/>
            </a:endParaRPr>
          </a:p>
          <a:p>
            <a:pPr marL="195580" marR="5080" indent="-183515" algn="just">
              <a:spcBef>
                <a:spcPts val="425"/>
              </a:spcBef>
              <a:buClr>
                <a:srgbClr val="9E3611"/>
              </a:buClr>
              <a:buSzPct val="81250"/>
              <a:buFont typeface="Wingdings"/>
              <a:buChar char=""/>
              <a:tabLst>
                <a:tab pos="219710" algn="l"/>
                <a:tab pos="1649095" algn="l"/>
              </a:tabLst>
            </a:pPr>
            <a:r>
              <a:rPr lang="en-IN" sz="2600" dirty="0">
                <a:latin typeface="Times New Roman" panose="02020603050405020304" pitchFamily="18" charset="0"/>
                <a:ea typeface="Calibri" panose="020F0502020204030204" pitchFamily="34" charset="0"/>
                <a:cs typeface="Times New Roman" panose="02020603050405020304" pitchFamily="18" charset="0"/>
              </a:rPr>
              <a:t>In Google and Spotify music are also trying to recognise the person’s emotion and play the music according to their mood and show the information according to mood of person.</a:t>
            </a:r>
            <a:endParaRPr lang="en-US" sz="2600" dirty="0">
              <a:latin typeface="Times New Roman" panose="02020603050405020304" pitchFamily="18" charset="0"/>
              <a:ea typeface="Calibri" panose="020F0502020204030204" pitchFamily="34" charset="0"/>
              <a:cs typeface="Times New Roman" panose="02020603050405020304" pitchFamily="18" charset="0"/>
            </a:endParaRPr>
          </a:p>
          <a:p>
            <a:pPr marL="12065" marR="5080" algn="just">
              <a:spcBef>
                <a:spcPts val="425"/>
              </a:spcBef>
              <a:buClr>
                <a:srgbClr val="9E3611"/>
              </a:buClr>
              <a:buSzPct val="81250"/>
              <a:tabLst>
                <a:tab pos="219710" algn="l"/>
                <a:tab pos="1649095" algn="l"/>
              </a:tabLst>
            </a:pPr>
            <a:endParaRPr lang="en-US" dirty="0">
              <a:latin typeface="Times New Roman" panose="02020603050405020304" pitchFamily="18" charset="0"/>
              <a:ea typeface="Calibri" panose="020F0502020204030204" pitchFamily="34" charset="0"/>
              <a:cs typeface="Times New Roman" panose="02020603050405020304" pitchFamily="18" charset="0"/>
            </a:endParaRPr>
          </a:p>
          <a:p>
            <a:pPr>
              <a:buFont typeface="Wingdings" panose="05000000000000000000" pitchFamily="2" charset="2"/>
              <a:buChar char="Ø"/>
            </a:pPr>
            <a:endParaRPr lang="en-US" dirty="0"/>
          </a:p>
        </p:txBody>
      </p:sp>
      <p:sp>
        <p:nvSpPr>
          <p:cNvPr id="4" name="Date Placeholder 3"/>
          <p:cNvSpPr>
            <a:spLocks noGrp="1"/>
          </p:cNvSpPr>
          <p:nvPr>
            <p:ph type="dt" sz="half" idx="10"/>
          </p:nvPr>
        </p:nvSpPr>
        <p:spPr/>
        <p:txBody>
          <a:bodyPr/>
          <a:lstStyle/>
          <a:p>
            <a:fld id="{526DEE5C-195B-4209-9085-526B148D6B3E}" type="datetime1">
              <a:rPr lang="en-IN" smtClean="0"/>
              <a:t>07-06-2022</a:t>
            </a:fld>
            <a:endParaRPr lang="en-IN" dirty="0"/>
          </a:p>
        </p:txBody>
      </p:sp>
      <p:sp>
        <p:nvSpPr>
          <p:cNvPr id="5" name="Footer Placeholder 4"/>
          <p:cNvSpPr>
            <a:spLocks noGrp="1"/>
          </p:cNvSpPr>
          <p:nvPr>
            <p:ph type="ftr" sz="quarter" idx="11"/>
          </p:nvPr>
        </p:nvSpPr>
        <p:spPr/>
        <p:txBody>
          <a:bodyPr/>
          <a:lstStyle/>
          <a:p>
            <a:r>
              <a:rPr lang="en-IN" dirty="0"/>
              <a:t>BATCH NO:  58    DEPARTMENT OF COMPUTER SCIENCE &amp; ENGINEERING</a:t>
            </a:r>
          </a:p>
        </p:txBody>
      </p:sp>
      <p:sp>
        <p:nvSpPr>
          <p:cNvPr id="6" name="Slide Number Placeholder 5"/>
          <p:cNvSpPr>
            <a:spLocks noGrp="1"/>
          </p:cNvSpPr>
          <p:nvPr>
            <p:ph type="sldNum" sz="quarter" idx="12"/>
          </p:nvPr>
        </p:nvSpPr>
        <p:spPr/>
        <p:txBody>
          <a:bodyPr/>
          <a:lstStyle/>
          <a:p>
            <a:fld id="{669AD40C-E5A7-4132-A31D-54A4D1BB6E89}" type="slidenum">
              <a:rPr lang="en-IN" smtClean="0"/>
              <a:t>24</a:t>
            </a:fld>
            <a:endParaRPr lang="en-IN" dirty="0"/>
          </a:p>
        </p:txBody>
      </p:sp>
    </p:spTree>
    <p:extLst>
      <p:ext uri="{BB962C8B-B14F-4D97-AF65-F5344CB8AC3E}">
        <p14:creationId xmlns:p14="http://schemas.microsoft.com/office/powerpoint/2010/main" val="543839704"/>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0176434-2B44-4EE9-86E5-264C48ED23DC}"/>
              </a:ext>
            </a:extLst>
          </p:cNvPr>
          <p:cNvSpPr>
            <a:spLocks noGrp="1"/>
          </p:cNvSpPr>
          <p:nvPr>
            <p:ph type="title"/>
          </p:nvPr>
        </p:nvSpPr>
        <p:spPr/>
        <p:txBody>
          <a:bodyPr>
            <a:normAutofit/>
          </a:bodyPr>
          <a:lstStyle/>
          <a:p>
            <a:pPr algn="l"/>
            <a:r>
              <a:rPr lang="en-IN" sz="2400" b="1" dirty="0">
                <a:latin typeface="Times New Roman" panose="02020603050405020304" pitchFamily="18" charset="0"/>
                <a:cs typeface="Times New Roman" panose="02020603050405020304" pitchFamily="18" charset="0"/>
              </a:rPr>
              <a:t>FUTURE ENHANCEMENTS</a:t>
            </a:r>
          </a:p>
        </p:txBody>
      </p:sp>
      <p:sp>
        <p:nvSpPr>
          <p:cNvPr id="3" name="Content Placeholder 2">
            <a:extLst>
              <a:ext uri="{FF2B5EF4-FFF2-40B4-BE49-F238E27FC236}">
                <a16:creationId xmlns:a16="http://schemas.microsoft.com/office/drawing/2014/main" id="{50BE14FD-C0FC-4F3C-94EF-9885B632D44B}"/>
              </a:ext>
            </a:extLst>
          </p:cNvPr>
          <p:cNvSpPr>
            <a:spLocks noGrp="1"/>
          </p:cNvSpPr>
          <p:nvPr>
            <p:ph idx="1"/>
          </p:nvPr>
        </p:nvSpPr>
        <p:spPr>
          <a:xfrm>
            <a:off x="685800" y="1752600"/>
            <a:ext cx="7620000" cy="4373563"/>
          </a:xfrm>
        </p:spPr>
        <p:txBody>
          <a:bodyPr>
            <a:normAutofit/>
          </a:bodyPr>
          <a:lstStyle/>
          <a:p>
            <a:pPr marL="0" indent="0" algn="just" rtl="0">
              <a:lnSpc>
                <a:spcPct val="150000"/>
              </a:lnSpc>
              <a:buNone/>
            </a:pPr>
            <a:r>
              <a:rPr lang="en-US" sz="2000" dirty="0">
                <a:effectLst/>
                <a:latin typeface="Times New Roman" panose="02020603050405020304" pitchFamily="18" charset="0"/>
                <a:cs typeface="Times New Roman" panose="02020603050405020304" pitchFamily="18" charset="0"/>
              </a:rPr>
              <a:t>Human voice emotion recognition have shown how to use machine learning to gain basic knowledge of speech and basic emotions from human emotions. The system can be used for processes such as call center structure or digital assistant based on voice or chatbot linguistics. The correct use of speech rhythm can be checked to see if it can explain many of the weaknesses of the model. Find a way to clear the silence from the occasional audio clip. Browse the various sound features of the audio data to make sure it applies to the language recognition area.</a:t>
            </a:r>
          </a:p>
        </p:txBody>
      </p:sp>
      <p:sp>
        <p:nvSpPr>
          <p:cNvPr id="4" name="Date Placeholder 3">
            <a:extLst>
              <a:ext uri="{FF2B5EF4-FFF2-40B4-BE49-F238E27FC236}">
                <a16:creationId xmlns:a16="http://schemas.microsoft.com/office/drawing/2014/main" id="{09A4432F-A4AC-4B01-A0B0-38DE6D8FFF3D}"/>
              </a:ext>
            </a:extLst>
          </p:cNvPr>
          <p:cNvSpPr>
            <a:spLocks noGrp="1"/>
          </p:cNvSpPr>
          <p:nvPr>
            <p:ph type="dt" sz="half"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526DEE5C-195B-4209-9085-526B148D6B3E}" type="datetime1">
              <a:rPr kumimoji="0" lang="en-IN" sz="1200" b="0" i="0" u="none" strike="noStrike" kern="1200" cap="none" spc="0" normalizeH="0" baseline="0" noProof="0" smtClean="0">
                <a:ln>
                  <a:noFill/>
                </a:ln>
                <a:solidFill>
                  <a:prstClr val="black">
                    <a:tint val="75000"/>
                  </a:prstClr>
                </a:solidFill>
                <a:effectLst/>
                <a:uLnTx/>
                <a:uFillTx/>
                <a:latin typeface="Calibri"/>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07-06-2022</a:t>
            </a:fld>
            <a:endParaRPr kumimoji="0" lang="en-IN" sz="1200" b="0" i="0" u="none" strike="noStrike" kern="1200" cap="none" spc="0" normalizeH="0" baseline="0" noProof="0">
              <a:ln>
                <a:noFill/>
              </a:ln>
              <a:solidFill>
                <a:prstClr val="black">
                  <a:tint val="75000"/>
                </a:prstClr>
              </a:solidFill>
              <a:effectLst/>
              <a:uLnTx/>
              <a:uFillTx/>
              <a:latin typeface="Calibri"/>
              <a:ea typeface="+mn-ea"/>
              <a:cs typeface="+mn-cs"/>
            </a:endParaRPr>
          </a:p>
        </p:txBody>
      </p:sp>
      <p:sp>
        <p:nvSpPr>
          <p:cNvPr id="5" name="Footer Placeholder 4">
            <a:extLst>
              <a:ext uri="{FF2B5EF4-FFF2-40B4-BE49-F238E27FC236}">
                <a16:creationId xmlns:a16="http://schemas.microsoft.com/office/drawing/2014/main" id="{840AB102-1172-4135-8BC8-5174B83FAE29}"/>
              </a:ext>
            </a:extLst>
          </p:cNvPr>
          <p:cNvSpPr>
            <a:spLocks noGrp="1"/>
          </p:cNvSpPr>
          <p:nvPr>
            <p:ph type="ftr" sz="quarter" idx="11"/>
          </p:nvPr>
        </p:nvSpPr>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IN" sz="1200" b="0" i="0" u="none" strike="noStrike" kern="1200" cap="none" spc="0" normalizeH="0" baseline="0" noProof="0">
                <a:ln>
                  <a:noFill/>
                </a:ln>
                <a:solidFill>
                  <a:prstClr val="black">
                    <a:tint val="75000"/>
                  </a:prstClr>
                </a:solidFill>
                <a:effectLst/>
                <a:uLnTx/>
                <a:uFillTx/>
                <a:latin typeface="Calibri"/>
                <a:ea typeface="+mn-ea"/>
                <a:cs typeface="+mn-cs"/>
              </a:rPr>
              <a:t>BATCH NO:     DEPARTMENT OF COMPUTER SCIENCE &amp; ENGINEERING</a:t>
            </a:r>
          </a:p>
        </p:txBody>
      </p:sp>
      <p:sp>
        <p:nvSpPr>
          <p:cNvPr id="6" name="Slide Number Placeholder 5">
            <a:extLst>
              <a:ext uri="{FF2B5EF4-FFF2-40B4-BE49-F238E27FC236}">
                <a16:creationId xmlns:a16="http://schemas.microsoft.com/office/drawing/2014/main" id="{F677ED08-AD14-41A1-A69B-6B0362582E4E}"/>
              </a:ext>
            </a:extLst>
          </p:cNvPr>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669AD40C-E5A7-4132-A31D-54A4D1BB6E89}" type="slidenum">
              <a:rPr kumimoji="0" lang="en-IN" sz="1200" b="0" i="0" u="none" strike="noStrike" kern="1200" cap="none" spc="0" normalizeH="0" baseline="0" noProof="0" smtClean="0">
                <a:ln>
                  <a:noFill/>
                </a:ln>
                <a:solidFill>
                  <a:prstClr val="black">
                    <a:tint val="75000"/>
                  </a:prstClr>
                </a:solidFill>
                <a:effectLst/>
                <a:uLnTx/>
                <a:uFillTx/>
                <a:latin typeface="Calibri"/>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25</a:t>
            </a:fld>
            <a:endParaRPr kumimoji="0" lang="en-IN" sz="1200" b="0" i="0" u="none" strike="noStrike" kern="1200" cap="none" spc="0" normalizeH="0" baseline="0" noProof="0">
              <a:ln>
                <a:noFill/>
              </a:ln>
              <a:solidFill>
                <a:prstClr val="black">
                  <a:tint val="75000"/>
                </a:prstClr>
              </a:solidFill>
              <a:effectLst/>
              <a:uLnTx/>
              <a:uFillTx/>
              <a:latin typeface="Calibri"/>
              <a:ea typeface="+mn-ea"/>
              <a:cs typeface="+mn-cs"/>
            </a:endParaRPr>
          </a:p>
        </p:txBody>
      </p:sp>
    </p:spTree>
    <p:extLst>
      <p:ext uri="{BB962C8B-B14F-4D97-AF65-F5344CB8AC3E}">
        <p14:creationId xmlns:p14="http://schemas.microsoft.com/office/powerpoint/2010/main" val="1458251256"/>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9CCCCA6-20BF-4D09-AD69-57399D1B8055}"/>
              </a:ext>
            </a:extLst>
          </p:cNvPr>
          <p:cNvSpPr>
            <a:spLocks noGrp="1"/>
          </p:cNvSpPr>
          <p:nvPr>
            <p:ph type="title"/>
          </p:nvPr>
        </p:nvSpPr>
        <p:spPr/>
        <p:txBody>
          <a:bodyPr>
            <a:normAutofit/>
          </a:bodyPr>
          <a:lstStyle/>
          <a:p>
            <a:pPr algn="l"/>
            <a:r>
              <a:rPr lang="en-IN" sz="2400" b="1" dirty="0">
                <a:latin typeface="Times New Roman" panose="02020603050405020304" pitchFamily="18" charset="0"/>
                <a:cs typeface="Times New Roman" panose="02020603050405020304" pitchFamily="18" charset="0"/>
              </a:rPr>
              <a:t>WEB REFERENCES/VIDEO LINKS</a:t>
            </a:r>
          </a:p>
        </p:txBody>
      </p:sp>
      <p:sp>
        <p:nvSpPr>
          <p:cNvPr id="3" name="Content Placeholder 2">
            <a:extLst>
              <a:ext uri="{FF2B5EF4-FFF2-40B4-BE49-F238E27FC236}">
                <a16:creationId xmlns:a16="http://schemas.microsoft.com/office/drawing/2014/main" id="{DAD31865-4208-4F13-90B9-3BE89F64F2FC}"/>
              </a:ext>
            </a:extLst>
          </p:cNvPr>
          <p:cNvSpPr>
            <a:spLocks noGrp="1"/>
          </p:cNvSpPr>
          <p:nvPr>
            <p:ph idx="1"/>
          </p:nvPr>
        </p:nvSpPr>
        <p:spPr/>
        <p:txBody>
          <a:bodyPr>
            <a:normAutofit/>
          </a:bodyPr>
          <a:lstStyle/>
          <a:p>
            <a:r>
              <a:rPr lang="en-IN" sz="2400" dirty="0"/>
              <a:t>Web References</a:t>
            </a:r>
          </a:p>
          <a:p>
            <a:pPr>
              <a:buFont typeface="Wingdings" panose="05000000000000000000" pitchFamily="2" charset="2"/>
              <a:buChar char="Ø"/>
            </a:pPr>
            <a:r>
              <a:rPr lang="en-IN" sz="2400" dirty="0">
                <a:hlinkClick r:id="rId2"/>
              </a:rPr>
              <a:t>https://extrudesign.com/speech-emotion-recognition/</a:t>
            </a:r>
            <a:endParaRPr lang="en-IN" sz="2400" dirty="0"/>
          </a:p>
          <a:p>
            <a:pPr>
              <a:buFont typeface="Wingdings" panose="05000000000000000000" pitchFamily="2" charset="2"/>
              <a:buChar char="Ø"/>
            </a:pPr>
            <a:r>
              <a:rPr lang="en-IN" sz="2400" dirty="0">
                <a:hlinkClick r:id="rId3"/>
              </a:rPr>
              <a:t>https://www.researchgate.net/figure/The-Web-interface-for-emotion-recognition-from-speech_fig5_228774612</a:t>
            </a:r>
            <a:endParaRPr lang="en-IN" sz="2400" dirty="0"/>
          </a:p>
          <a:p>
            <a:pPr>
              <a:buFont typeface="Wingdings" panose="05000000000000000000" pitchFamily="2" charset="2"/>
              <a:buChar char="Ø"/>
            </a:pPr>
            <a:endParaRPr lang="en-IN" sz="2400" dirty="0"/>
          </a:p>
          <a:p>
            <a:pPr marL="0" indent="0">
              <a:buNone/>
            </a:pPr>
            <a:endParaRPr lang="en-IN" sz="2400" dirty="0"/>
          </a:p>
          <a:p>
            <a:r>
              <a:rPr lang="en-IN" sz="2400" dirty="0">
                <a:latin typeface="Times New Roman" panose="02020603050405020304" pitchFamily="18" charset="0"/>
                <a:cs typeface="Times New Roman" panose="02020603050405020304" pitchFamily="18" charset="0"/>
              </a:rPr>
              <a:t>Video Links</a:t>
            </a:r>
          </a:p>
          <a:p>
            <a:pPr>
              <a:buFont typeface="Wingdings" panose="05000000000000000000" pitchFamily="2" charset="2"/>
              <a:buChar char="Ø"/>
            </a:pPr>
            <a:r>
              <a:rPr lang="en-IN" sz="2200" dirty="0">
                <a:latin typeface="Times New Roman" panose="02020603050405020304" pitchFamily="18" charset="0"/>
                <a:cs typeface="Times New Roman" panose="02020603050405020304" pitchFamily="18" charset="0"/>
                <a:hlinkClick r:id="rId4"/>
              </a:rPr>
              <a:t>https://youtu.be/26_qiXEa8lw</a:t>
            </a:r>
            <a:endParaRPr lang="en-IN" sz="2200" dirty="0">
              <a:latin typeface="Times New Roman" panose="02020603050405020304" pitchFamily="18" charset="0"/>
              <a:cs typeface="Times New Roman" panose="02020603050405020304" pitchFamily="18" charset="0"/>
            </a:endParaRPr>
          </a:p>
          <a:p>
            <a:pPr>
              <a:buFont typeface="Wingdings" panose="05000000000000000000" pitchFamily="2" charset="2"/>
              <a:buChar char="Ø"/>
            </a:pPr>
            <a:r>
              <a:rPr lang="en-IN" sz="2200" dirty="0">
                <a:latin typeface="Times New Roman" panose="02020603050405020304" pitchFamily="18" charset="0"/>
                <a:cs typeface="Times New Roman" panose="02020603050405020304" pitchFamily="18" charset="0"/>
                <a:hlinkClick r:id="rId5"/>
              </a:rPr>
              <a:t>https://youtu.be/iWk9kYGQn_U</a:t>
            </a:r>
            <a:endParaRPr lang="en-IN" sz="2200" dirty="0">
              <a:latin typeface="Times New Roman" panose="02020603050405020304" pitchFamily="18" charset="0"/>
              <a:cs typeface="Times New Roman" panose="02020603050405020304" pitchFamily="18" charset="0"/>
            </a:endParaRPr>
          </a:p>
          <a:p>
            <a:pPr>
              <a:buFont typeface="Wingdings" panose="05000000000000000000" pitchFamily="2" charset="2"/>
              <a:buChar char="Ø"/>
            </a:pPr>
            <a:r>
              <a:rPr lang="en-IN" sz="2200" dirty="0">
                <a:latin typeface="Times New Roman" panose="02020603050405020304" pitchFamily="18" charset="0"/>
                <a:cs typeface="Times New Roman" panose="02020603050405020304" pitchFamily="18" charset="0"/>
                <a:hlinkClick r:id="rId6"/>
              </a:rPr>
              <a:t>https://youtu.be/uD-PFF4KQPA</a:t>
            </a:r>
            <a:endParaRPr lang="en-IN" sz="2200" dirty="0">
              <a:latin typeface="Times New Roman" panose="02020603050405020304" pitchFamily="18" charset="0"/>
              <a:cs typeface="Times New Roman" panose="02020603050405020304" pitchFamily="18" charset="0"/>
            </a:endParaRPr>
          </a:p>
          <a:p>
            <a:endParaRPr lang="en-IN" sz="2400" dirty="0"/>
          </a:p>
          <a:p>
            <a:endParaRPr lang="en-IN" sz="2400" dirty="0"/>
          </a:p>
          <a:p>
            <a:endParaRPr lang="en-IN" sz="2400" dirty="0"/>
          </a:p>
          <a:p>
            <a:endParaRPr lang="en-IN" sz="2400" dirty="0"/>
          </a:p>
          <a:p>
            <a:endParaRPr lang="en-IN" sz="2400" dirty="0"/>
          </a:p>
        </p:txBody>
      </p:sp>
      <p:sp>
        <p:nvSpPr>
          <p:cNvPr id="4" name="Date Placeholder 3">
            <a:extLst>
              <a:ext uri="{FF2B5EF4-FFF2-40B4-BE49-F238E27FC236}">
                <a16:creationId xmlns:a16="http://schemas.microsoft.com/office/drawing/2014/main" id="{06B2152A-1ED7-4CD2-BEDD-9A37295544C8}"/>
              </a:ext>
            </a:extLst>
          </p:cNvPr>
          <p:cNvSpPr>
            <a:spLocks noGrp="1"/>
          </p:cNvSpPr>
          <p:nvPr>
            <p:ph type="dt" sz="half" idx="10"/>
          </p:nvPr>
        </p:nvSpPr>
        <p:spPr/>
        <p:txBody>
          <a:bodyPr/>
          <a:lstStyle/>
          <a:p>
            <a:fld id="{1CB6E848-45D8-4EFD-9B18-CD59BC796C85}" type="datetime1">
              <a:rPr lang="en-IN" smtClean="0"/>
              <a:t>07-06-2022</a:t>
            </a:fld>
            <a:endParaRPr lang="en-IN" dirty="0"/>
          </a:p>
        </p:txBody>
      </p:sp>
      <p:sp>
        <p:nvSpPr>
          <p:cNvPr id="5" name="Footer Placeholder 4">
            <a:extLst>
              <a:ext uri="{FF2B5EF4-FFF2-40B4-BE49-F238E27FC236}">
                <a16:creationId xmlns:a16="http://schemas.microsoft.com/office/drawing/2014/main" id="{9864DCDF-B212-4AFE-BEB2-F9D6FA65D2B3}"/>
              </a:ext>
            </a:extLst>
          </p:cNvPr>
          <p:cNvSpPr>
            <a:spLocks noGrp="1"/>
          </p:cNvSpPr>
          <p:nvPr>
            <p:ph type="ftr" sz="quarter" idx="11"/>
          </p:nvPr>
        </p:nvSpPr>
        <p:spPr/>
        <p:txBody>
          <a:bodyPr/>
          <a:lstStyle/>
          <a:p>
            <a:r>
              <a:rPr lang="en-IN" dirty="0"/>
              <a:t>BATCH NO:  58    DEPARTMENT OF COMPUTER SCIENCE &amp; ENGINEERING</a:t>
            </a:r>
          </a:p>
        </p:txBody>
      </p:sp>
      <p:sp>
        <p:nvSpPr>
          <p:cNvPr id="6" name="Slide Number Placeholder 5">
            <a:extLst>
              <a:ext uri="{FF2B5EF4-FFF2-40B4-BE49-F238E27FC236}">
                <a16:creationId xmlns:a16="http://schemas.microsoft.com/office/drawing/2014/main" id="{F1F50027-1274-4E42-B16A-155C96F0EB89}"/>
              </a:ext>
            </a:extLst>
          </p:cNvPr>
          <p:cNvSpPr>
            <a:spLocks noGrp="1"/>
          </p:cNvSpPr>
          <p:nvPr>
            <p:ph type="sldNum" sz="quarter" idx="12"/>
          </p:nvPr>
        </p:nvSpPr>
        <p:spPr/>
        <p:txBody>
          <a:bodyPr/>
          <a:lstStyle/>
          <a:p>
            <a:fld id="{669AD40C-E5A7-4132-A31D-54A4D1BB6E89}" type="slidenum">
              <a:rPr lang="en-IN" smtClean="0"/>
              <a:t>26</a:t>
            </a:fld>
            <a:endParaRPr lang="en-IN" dirty="0"/>
          </a:p>
        </p:txBody>
      </p:sp>
    </p:spTree>
    <p:extLst>
      <p:ext uri="{BB962C8B-B14F-4D97-AF65-F5344CB8AC3E}">
        <p14:creationId xmlns:p14="http://schemas.microsoft.com/office/powerpoint/2010/main" val="655601244"/>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15644"/>
            <a:ext cx="2242592" cy="1143000"/>
          </a:xfrm>
        </p:spPr>
        <p:txBody>
          <a:bodyPr/>
          <a:lstStyle/>
          <a:p>
            <a:r>
              <a:rPr lang="en-IN" sz="2400" b="1" dirty="0">
                <a:latin typeface="Times New Roman" pitchFamily="18" charset="0"/>
                <a:cs typeface="Times New Roman" pitchFamily="18" charset="0"/>
              </a:rPr>
              <a:t>REFERENCES</a:t>
            </a:r>
            <a:endParaRPr lang="en-US" sz="2400" dirty="0"/>
          </a:p>
        </p:txBody>
      </p:sp>
      <p:sp>
        <p:nvSpPr>
          <p:cNvPr id="3" name="Content Placeholder 2"/>
          <p:cNvSpPr>
            <a:spLocks noGrp="1"/>
          </p:cNvSpPr>
          <p:nvPr>
            <p:ph idx="1"/>
          </p:nvPr>
        </p:nvSpPr>
        <p:spPr/>
        <p:txBody>
          <a:bodyPr/>
          <a:lstStyle/>
          <a:p>
            <a:pPr marL="354965" marR="5080">
              <a:lnSpc>
                <a:spcPct val="150000"/>
              </a:lnSpc>
              <a:spcBef>
                <a:spcPts val="675"/>
              </a:spcBef>
              <a:buClr>
                <a:srgbClr val="9E3611"/>
              </a:buClr>
              <a:buSzPct val="85416"/>
              <a:buFont typeface="Wingdings" panose="05000000000000000000" pitchFamily="2" charset="2"/>
              <a:buChar char="§"/>
              <a:tabLst>
                <a:tab pos="295275" algn="l"/>
              </a:tabLst>
            </a:pPr>
            <a:endParaRPr lang="en-IN" sz="2000" dirty="0">
              <a:solidFill>
                <a:srgbClr val="222222"/>
              </a:solidFill>
              <a:latin typeface="Times New Roman" panose="02020603050405020304" pitchFamily="18" charset="0"/>
              <a:cs typeface="Times New Roman" panose="02020603050405020304" pitchFamily="18" charset="0"/>
            </a:endParaRPr>
          </a:p>
          <a:p>
            <a:pPr marL="354965" marR="5080">
              <a:lnSpc>
                <a:spcPct val="150000"/>
              </a:lnSpc>
              <a:spcBef>
                <a:spcPts val="675"/>
              </a:spcBef>
              <a:buClr>
                <a:srgbClr val="9E3611"/>
              </a:buClr>
              <a:buSzPct val="85416"/>
              <a:buFont typeface="Wingdings" panose="05000000000000000000" pitchFamily="2" charset="2"/>
              <a:buChar char="Ø"/>
              <a:tabLst>
                <a:tab pos="295275" algn="l"/>
              </a:tabLst>
            </a:pPr>
            <a:endParaRPr lang="en-IN" sz="2000" dirty="0">
              <a:solidFill>
                <a:srgbClr val="222222"/>
              </a:solidFill>
              <a:latin typeface="Times New Roman" panose="02020603050405020304" pitchFamily="18" charset="0"/>
              <a:cs typeface="Times New Roman" panose="02020603050405020304" pitchFamily="18" charset="0"/>
            </a:endParaRPr>
          </a:p>
          <a:p>
            <a:pPr>
              <a:lnSpc>
                <a:spcPct val="150000"/>
              </a:lnSpc>
              <a:buFont typeface="Wingdings" panose="05000000000000000000" pitchFamily="2" charset="2"/>
              <a:buChar char="Ø"/>
            </a:pPr>
            <a:endParaRPr lang="en-IN" dirty="0">
              <a:latin typeface="Times New Roman" panose="02020603050405020304" pitchFamily="18" charset="0"/>
              <a:cs typeface="Times New Roman" panose="02020603050405020304" pitchFamily="18" charset="0"/>
            </a:endParaRPr>
          </a:p>
          <a:p>
            <a:pPr>
              <a:buFont typeface="Wingdings" panose="05000000000000000000" pitchFamily="2" charset="2"/>
              <a:buChar char="§"/>
            </a:pPr>
            <a:endParaRPr lang="en-US" dirty="0"/>
          </a:p>
        </p:txBody>
      </p:sp>
      <p:sp>
        <p:nvSpPr>
          <p:cNvPr id="4" name="Date Placeholder 3"/>
          <p:cNvSpPr>
            <a:spLocks noGrp="1"/>
          </p:cNvSpPr>
          <p:nvPr>
            <p:ph type="dt" sz="half" idx="10"/>
          </p:nvPr>
        </p:nvSpPr>
        <p:spPr/>
        <p:txBody>
          <a:bodyPr/>
          <a:lstStyle/>
          <a:p>
            <a:fld id="{526DEE5C-195B-4209-9085-526B148D6B3E}" type="datetime1">
              <a:rPr lang="en-IN" smtClean="0"/>
              <a:t>07-06-2022</a:t>
            </a:fld>
            <a:endParaRPr lang="en-IN" dirty="0"/>
          </a:p>
        </p:txBody>
      </p:sp>
      <p:sp>
        <p:nvSpPr>
          <p:cNvPr id="5" name="Footer Placeholder 4"/>
          <p:cNvSpPr>
            <a:spLocks noGrp="1"/>
          </p:cNvSpPr>
          <p:nvPr>
            <p:ph type="ftr" sz="quarter" idx="11"/>
          </p:nvPr>
        </p:nvSpPr>
        <p:spPr/>
        <p:txBody>
          <a:bodyPr/>
          <a:lstStyle/>
          <a:p>
            <a:r>
              <a:rPr lang="en-IN" dirty="0"/>
              <a:t>BATCH NO:  58    DEPARTMENT OF COMPUTER SCIENCE &amp; ENGINEERING</a:t>
            </a:r>
          </a:p>
        </p:txBody>
      </p:sp>
      <p:sp>
        <p:nvSpPr>
          <p:cNvPr id="6" name="Slide Number Placeholder 5"/>
          <p:cNvSpPr>
            <a:spLocks noGrp="1"/>
          </p:cNvSpPr>
          <p:nvPr>
            <p:ph type="sldNum" sz="quarter" idx="12"/>
          </p:nvPr>
        </p:nvSpPr>
        <p:spPr/>
        <p:txBody>
          <a:bodyPr/>
          <a:lstStyle/>
          <a:p>
            <a:fld id="{669AD40C-E5A7-4132-A31D-54A4D1BB6E89}" type="slidenum">
              <a:rPr lang="en-IN" smtClean="0"/>
              <a:t>27</a:t>
            </a:fld>
            <a:endParaRPr lang="en-IN" dirty="0"/>
          </a:p>
        </p:txBody>
      </p:sp>
      <p:sp>
        <p:nvSpPr>
          <p:cNvPr id="10" name="TextBox 9">
            <a:extLst>
              <a:ext uri="{FF2B5EF4-FFF2-40B4-BE49-F238E27FC236}">
                <a16:creationId xmlns:a16="http://schemas.microsoft.com/office/drawing/2014/main" id="{FACF49F8-2DFA-45C6-99AF-E5931875062D}"/>
              </a:ext>
            </a:extLst>
          </p:cNvPr>
          <p:cNvSpPr txBox="1"/>
          <p:nvPr/>
        </p:nvSpPr>
        <p:spPr>
          <a:xfrm>
            <a:off x="433782" y="1466591"/>
            <a:ext cx="8098658" cy="5115311"/>
          </a:xfrm>
          <a:prstGeom prst="rect">
            <a:avLst/>
          </a:prstGeom>
          <a:noFill/>
        </p:spPr>
        <p:txBody>
          <a:bodyPr wrap="square">
            <a:spAutoFit/>
          </a:bodyPr>
          <a:lstStyle/>
          <a:p>
            <a:pPr marL="285750" indent="-285750" algn="just">
              <a:lnSpc>
                <a:spcPct val="150000"/>
              </a:lnSpc>
              <a:buFont typeface="Wingdings" panose="05000000000000000000" pitchFamily="2" charset="2"/>
              <a:buChar char="§"/>
            </a:pPr>
            <a:r>
              <a:rPr lang="en-IN" sz="2000" dirty="0">
                <a:solidFill>
                  <a:srgbClr val="222222"/>
                </a:solidFill>
                <a:latin typeface="Times New Roman" panose="02020603050405020304" pitchFamily="18" charset="0"/>
                <a:cs typeface="Times New Roman" panose="02020603050405020304" pitchFamily="18" charset="0"/>
              </a:rPr>
              <a:t>Sardar, A. A. M., Islam, S., &amp; Bhuiyan, T. (2021). A Review on Automatic Speech Emotion Recognition with an Experiment Using Multilayer Perceptron Classifier. In Soft Computing Techniques and Applications (pp. 381-388). Springer, Singapore.</a:t>
            </a:r>
          </a:p>
          <a:p>
            <a:pPr marL="285750" indent="-285750" algn="just">
              <a:lnSpc>
                <a:spcPct val="150000"/>
              </a:lnSpc>
              <a:buFont typeface="Wingdings" panose="05000000000000000000" pitchFamily="2" charset="2"/>
              <a:buChar char="§"/>
            </a:pPr>
            <a:endParaRPr lang="en-US" sz="2000" dirty="0">
              <a:solidFill>
                <a:srgbClr val="222222"/>
              </a:solidFill>
              <a:latin typeface="Times New Roman" panose="02020603050405020304" pitchFamily="18" charset="0"/>
              <a:cs typeface="Times New Roman" panose="02020603050405020304" pitchFamily="18" charset="0"/>
            </a:endParaRPr>
          </a:p>
          <a:p>
            <a:pPr marL="285750" indent="-285750" algn="just">
              <a:lnSpc>
                <a:spcPct val="150000"/>
              </a:lnSpc>
              <a:buFont typeface="Wingdings" panose="05000000000000000000" pitchFamily="2" charset="2"/>
              <a:buChar char="§"/>
            </a:pPr>
            <a:r>
              <a:rPr lang="en-US" sz="2000" dirty="0">
                <a:solidFill>
                  <a:srgbClr val="222222"/>
                </a:solidFill>
                <a:latin typeface="Times New Roman" panose="02020603050405020304" pitchFamily="18" charset="0"/>
                <a:cs typeface="Times New Roman" panose="02020603050405020304" pitchFamily="18" charset="0"/>
              </a:rPr>
              <a:t>Ho, N. H., Yang, H. J., Kim, S. H., &amp; Lee, G. (2020). Multimodal approach of speech emotion recognition using multi-level multi-head fusion attention-based recurrent neural network. </a:t>
            </a:r>
            <a:r>
              <a:rPr lang="en-US" sz="2000" i="1" dirty="0">
                <a:solidFill>
                  <a:srgbClr val="222222"/>
                </a:solidFill>
                <a:latin typeface="Times New Roman" panose="02020603050405020304" pitchFamily="18" charset="0"/>
                <a:cs typeface="Times New Roman" panose="02020603050405020304" pitchFamily="18" charset="0"/>
              </a:rPr>
              <a:t>IEEE Access</a:t>
            </a:r>
            <a:r>
              <a:rPr lang="en-US" sz="2000" dirty="0">
                <a:solidFill>
                  <a:srgbClr val="222222"/>
                </a:solidFill>
                <a:latin typeface="Times New Roman" panose="02020603050405020304" pitchFamily="18" charset="0"/>
                <a:cs typeface="Times New Roman" panose="02020603050405020304" pitchFamily="18" charset="0"/>
              </a:rPr>
              <a:t>, </a:t>
            </a:r>
            <a:r>
              <a:rPr lang="en-US" sz="2000" i="1" dirty="0">
                <a:solidFill>
                  <a:srgbClr val="222222"/>
                </a:solidFill>
                <a:latin typeface="Times New Roman" panose="02020603050405020304" pitchFamily="18" charset="0"/>
                <a:cs typeface="Times New Roman" panose="02020603050405020304" pitchFamily="18" charset="0"/>
              </a:rPr>
              <a:t>8</a:t>
            </a:r>
            <a:r>
              <a:rPr lang="en-US" sz="2000" dirty="0">
                <a:solidFill>
                  <a:srgbClr val="222222"/>
                </a:solidFill>
                <a:latin typeface="Times New Roman" panose="02020603050405020304" pitchFamily="18" charset="0"/>
                <a:cs typeface="Times New Roman" panose="02020603050405020304" pitchFamily="18" charset="0"/>
              </a:rPr>
              <a:t>, 61672-61686</a:t>
            </a:r>
            <a:r>
              <a:rPr lang="en-IN" sz="2000" dirty="0">
                <a:solidFill>
                  <a:srgbClr val="222222"/>
                </a:solidFill>
                <a:latin typeface="Times New Roman" panose="02020603050405020304" pitchFamily="18" charset="0"/>
                <a:cs typeface="Times New Roman" panose="02020603050405020304" pitchFamily="18" charset="0"/>
              </a:rPr>
              <a:t>.</a:t>
            </a:r>
          </a:p>
          <a:p>
            <a:pPr algn="just">
              <a:lnSpc>
                <a:spcPct val="150000"/>
              </a:lnSpc>
              <a:buFont typeface="Wingdings" panose="05000000000000000000" pitchFamily="2" charset="2"/>
              <a:buChar char="§"/>
            </a:pPr>
            <a:endParaRPr lang="en-IN" sz="2000" dirty="0">
              <a:solidFill>
                <a:srgbClr val="222222"/>
              </a:solidFill>
              <a:latin typeface="Times New Roman" panose="02020603050405020304" pitchFamily="18" charset="0"/>
              <a:cs typeface="Times New Roman" panose="02020603050405020304" pitchFamily="18" charset="0"/>
            </a:endParaRPr>
          </a:p>
          <a:p>
            <a:pPr algn="just">
              <a:lnSpc>
                <a:spcPct val="150000"/>
              </a:lnSpc>
              <a:buFont typeface="Wingdings" panose="05000000000000000000" pitchFamily="2" charset="2"/>
              <a:buChar char="§"/>
            </a:pPr>
            <a:endParaRPr lang="en-IN" sz="2000" dirty="0">
              <a:solidFill>
                <a:srgbClr val="222222"/>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090030796"/>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Footer Placeholder 3"/>
          <p:cNvSpPr>
            <a:spLocks noGrp="1"/>
          </p:cNvSpPr>
          <p:nvPr>
            <p:ph type="ftr" sz="quarter" idx="11"/>
          </p:nvPr>
        </p:nvSpPr>
        <p:spPr/>
        <p:txBody>
          <a:bodyPr/>
          <a:lstStyle/>
          <a:p>
            <a:r>
              <a:rPr lang="en-IN" dirty="0"/>
              <a:t>BATCH NO:  58    DEPARTMENT OF COMPUTER SCIENCE &amp; ENGINEERING</a:t>
            </a:r>
          </a:p>
        </p:txBody>
      </p:sp>
      <p:sp>
        <p:nvSpPr>
          <p:cNvPr id="5" name="Slide Number Placeholder 4"/>
          <p:cNvSpPr>
            <a:spLocks noGrp="1"/>
          </p:cNvSpPr>
          <p:nvPr>
            <p:ph type="sldNum" sz="quarter" idx="12"/>
          </p:nvPr>
        </p:nvSpPr>
        <p:spPr/>
        <p:txBody>
          <a:bodyPr/>
          <a:lstStyle/>
          <a:p>
            <a:fld id="{FA00FD27-8DB0-4CB2-BD37-BEA95C6A1008}" type="slidenum">
              <a:rPr lang="en-IN" smtClean="0"/>
              <a:t>28</a:t>
            </a:fld>
            <a:endParaRPr lang="en-IN" dirty="0"/>
          </a:p>
        </p:txBody>
      </p:sp>
      <p:sp>
        <p:nvSpPr>
          <p:cNvPr id="6" name="Title 1"/>
          <p:cNvSpPr>
            <a:spLocks noGrp="1"/>
          </p:cNvSpPr>
          <p:nvPr>
            <p:ph type="title"/>
          </p:nvPr>
        </p:nvSpPr>
        <p:spPr/>
        <p:txBody>
          <a:bodyPr/>
          <a:lstStyle/>
          <a:p>
            <a:pPr algn="l"/>
            <a:r>
              <a:rPr lang="en-IN" sz="2400" b="1" dirty="0">
                <a:latin typeface="Times New Roman" pitchFamily="18" charset="0"/>
                <a:cs typeface="Times New Roman" pitchFamily="18" charset="0"/>
              </a:rPr>
              <a:t>REFERENCES</a:t>
            </a:r>
            <a:endParaRPr lang="en-IN" dirty="0"/>
          </a:p>
        </p:txBody>
      </p:sp>
      <p:sp>
        <p:nvSpPr>
          <p:cNvPr id="7" name="Title 1"/>
          <p:cNvSpPr>
            <a:spLocks noGrp="1"/>
          </p:cNvSpPr>
          <p:nvPr>
            <p:ph idx="1"/>
          </p:nvPr>
        </p:nvSpPr>
        <p:spPr/>
        <p:txBody>
          <a:bodyPr>
            <a:normAutofit/>
          </a:bodyPr>
          <a:lstStyle/>
          <a:p>
            <a:pPr algn="just">
              <a:lnSpc>
                <a:spcPct val="150000"/>
              </a:lnSpc>
              <a:buFont typeface="Wingdings" panose="05000000000000000000" pitchFamily="2" charset="2"/>
              <a:buChar char="§"/>
            </a:pPr>
            <a:r>
              <a:rPr lang="en-IN" sz="2000" b="0" i="0" dirty="0">
                <a:solidFill>
                  <a:srgbClr val="222222"/>
                </a:solidFill>
                <a:effectLst/>
                <a:latin typeface="Times New Roman" panose="02020603050405020304" pitchFamily="18" charset="0"/>
                <a:cs typeface="Times New Roman" panose="02020603050405020304" pitchFamily="18" charset="0"/>
              </a:rPr>
              <a:t>Mokgonyane, T. B., Sefara, T. J., Modipa, T. I., Mogale, M. M., Manamela, M. J., &amp; Manamela, P. J. (2019, January). Automatic speaker recognition system based on machine learning algorithms (pp. 141-146). IEEE.</a:t>
            </a:r>
            <a:endParaRPr lang="en-IN" sz="2000" dirty="0">
              <a:latin typeface="Times New Roman" panose="02020603050405020304" pitchFamily="18" charset="0"/>
              <a:cs typeface="Times New Roman" panose="02020603050405020304" pitchFamily="18" charset="0"/>
            </a:endParaRPr>
          </a:p>
          <a:p>
            <a:pPr marL="0" indent="0" algn="just">
              <a:lnSpc>
                <a:spcPct val="150000"/>
              </a:lnSpc>
              <a:buNone/>
            </a:pPr>
            <a:endParaRPr lang="en-US" sz="2000" dirty="0">
              <a:solidFill>
                <a:srgbClr val="222222"/>
              </a:solidFill>
              <a:latin typeface="Times New Roman" panose="02020603050405020304" pitchFamily="18" charset="0"/>
              <a:cs typeface="Times New Roman" panose="02020603050405020304" pitchFamily="18" charset="0"/>
            </a:endParaRPr>
          </a:p>
          <a:p>
            <a:pPr algn="just">
              <a:lnSpc>
                <a:spcPct val="150000"/>
              </a:lnSpc>
              <a:buFont typeface="Wingdings" panose="05000000000000000000" pitchFamily="2" charset="2"/>
              <a:buChar char="§"/>
            </a:pPr>
            <a:r>
              <a:rPr lang="en-IN" sz="2000" dirty="0">
                <a:solidFill>
                  <a:srgbClr val="222222"/>
                </a:solidFill>
                <a:latin typeface="Times New Roman" panose="02020603050405020304" pitchFamily="18" charset="0"/>
                <a:cs typeface="Times New Roman" panose="02020603050405020304" pitchFamily="18" charset="0"/>
              </a:rPr>
              <a:t>Berkane, M., Belhouchette, K., &amp; Belhadef, H. (2019). Emotion recognition approach using multilayer perceptron network and motion estimation. </a:t>
            </a:r>
            <a:r>
              <a:rPr lang="en-IN" sz="2000" i="1" dirty="0">
                <a:solidFill>
                  <a:srgbClr val="222222"/>
                </a:solidFill>
                <a:latin typeface="Times New Roman" panose="02020603050405020304" pitchFamily="18" charset="0"/>
                <a:cs typeface="Times New Roman" panose="02020603050405020304" pitchFamily="18" charset="0"/>
              </a:rPr>
              <a:t>International Journal of Synthetic Emotions (IJSE)</a:t>
            </a:r>
            <a:r>
              <a:rPr lang="en-IN" sz="2000" dirty="0">
                <a:solidFill>
                  <a:srgbClr val="222222"/>
                </a:solidFill>
                <a:latin typeface="Times New Roman" panose="02020603050405020304" pitchFamily="18" charset="0"/>
                <a:cs typeface="Times New Roman" panose="02020603050405020304" pitchFamily="18" charset="0"/>
              </a:rPr>
              <a:t>, </a:t>
            </a:r>
            <a:r>
              <a:rPr lang="en-IN" sz="2000" i="1" dirty="0">
                <a:solidFill>
                  <a:srgbClr val="222222"/>
                </a:solidFill>
                <a:latin typeface="Times New Roman" panose="02020603050405020304" pitchFamily="18" charset="0"/>
                <a:cs typeface="Times New Roman" panose="02020603050405020304" pitchFamily="18" charset="0"/>
              </a:rPr>
              <a:t>10</a:t>
            </a:r>
            <a:r>
              <a:rPr lang="en-IN" sz="2000" dirty="0">
                <a:solidFill>
                  <a:srgbClr val="222222"/>
                </a:solidFill>
                <a:latin typeface="Times New Roman" panose="02020603050405020304" pitchFamily="18" charset="0"/>
                <a:cs typeface="Times New Roman" panose="02020603050405020304" pitchFamily="18" charset="0"/>
              </a:rPr>
              <a:t>(1), 38-53.</a:t>
            </a:r>
          </a:p>
          <a:p>
            <a:pPr algn="just">
              <a:lnSpc>
                <a:spcPct val="150000"/>
              </a:lnSpc>
              <a:buFont typeface="Wingdings" panose="05000000000000000000" pitchFamily="2" charset="2"/>
              <a:buChar char="§"/>
            </a:pPr>
            <a:endParaRPr lang="en-US" sz="2000" dirty="0">
              <a:solidFill>
                <a:srgbClr val="222222"/>
              </a:solidFill>
              <a:latin typeface="Times New Roman" panose="02020603050405020304" pitchFamily="18" charset="0"/>
              <a:cs typeface="Times New Roman" panose="02020603050405020304" pitchFamily="18" charset="0"/>
            </a:endParaRPr>
          </a:p>
        </p:txBody>
      </p:sp>
      <p:sp>
        <p:nvSpPr>
          <p:cNvPr id="2" name="Date Placeholder 1">
            <a:extLst>
              <a:ext uri="{FF2B5EF4-FFF2-40B4-BE49-F238E27FC236}">
                <a16:creationId xmlns:a16="http://schemas.microsoft.com/office/drawing/2014/main" id="{E3CAB50B-2313-43FF-B355-F798A39D9474}"/>
              </a:ext>
            </a:extLst>
          </p:cNvPr>
          <p:cNvSpPr>
            <a:spLocks noGrp="1"/>
          </p:cNvSpPr>
          <p:nvPr>
            <p:ph type="dt" sz="half" idx="10"/>
          </p:nvPr>
        </p:nvSpPr>
        <p:spPr/>
        <p:txBody>
          <a:bodyPr/>
          <a:lstStyle/>
          <a:p>
            <a:fld id="{ED59DBDC-886D-43EA-9561-49594A78720E}" type="datetime1">
              <a:rPr lang="en-IN" smtClean="0"/>
              <a:t>07-06-2022</a:t>
            </a:fld>
            <a:endParaRPr lang="en-IN" dirty="0"/>
          </a:p>
        </p:txBody>
      </p:sp>
    </p:spTree>
    <p:extLst>
      <p:ext uri="{BB962C8B-B14F-4D97-AF65-F5344CB8AC3E}">
        <p14:creationId xmlns:p14="http://schemas.microsoft.com/office/powerpoint/2010/main" val="984626323"/>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835D0DB-AFF5-44D3-A8D0-B3D93CD933A9}"/>
              </a:ext>
            </a:extLst>
          </p:cNvPr>
          <p:cNvSpPr>
            <a:spLocks noGrp="1"/>
          </p:cNvSpPr>
          <p:nvPr>
            <p:ph type="title"/>
          </p:nvPr>
        </p:nvSpPr>
        <p:spPr>
          <a:xfrm>
            <a:off x="395536" y="84089"/>
            <a:ext cx="7653536" cy="1143000"/>
          </a:xfrm>
        </p:spPr>
        <p:txBody>
          <a:bodyPr>
            <a:normAutofit/>
          </a:bodyPr>
          <a:lstStyle/>
          <a:p>
            <a:pPr algn="l"/>
            <a:r>
              <a:rPr lang="en-IN" sz="2400" b="1" dirty="0">
                <a:latin typeface="Times New Roman" panose="02020603050405020304" pitchFamily="18" charset="0"/>
                <a:cs typeface="Times New Roman" panose="02020603050405020304" pitchFamily="18" charset="0"/>
              </a:rPr>
              <a:t>PLAGIARISM REPORT OF PPT</a:t>
            </a:r>
          </a:p>
        </p:txBody>
      </p:sp>
      <p:sp>
        <p:nvSpPr>
          <p:cNvPr id="4" name="Date Placeholder 3">
            <a:extLst>
              <a:ext uri="{FF2B5EF4-FFF2-40B4-BE49-F238E27FC236}">
                <a16:creationId xmlns:a16="http://schemas.microsoft.com/office/drawing/2014/main" id="{38FA2104-62E8-410B-B708-C310D91F8F00}"/>
              </a:ext>
            </a:extLst>
          </p:cNvPr>
          <p:cNvSpPr>
            <a:spLocks noGrp="1"/>
          </p:cNvSpPr>
          <p:nvPr>
            <p:ph type="dt" sz="half" idx="10"/>
          </p:nvPr>
        </p:nvSpPr>
        <p:spPr/>
        <p:txBody>
          <a:bodyPr/>
          <a:lstStyle/>
          <a:p>
            <a:fld id="{C52E69EF-EA3C-433D-AB92-9EDCABBE821F}" type="datetime1">
              <a:rPr lang="en-IN" smtClean="0"/>
              <a:t>07-06-2022</a:t>
            </a:fld>
            <a:endParaRPr lang="en-IN" dirty="0"/>
          </a:p>
        </p:txBody>
      </p:sp>
      <p:sp>
        <p:nvSpPr>
          <p:cNvPr id="5" name="Footer Placeholder 4">
            <a:extLst>
              <a:ext uri="{FF2B5EF4-FFF2-40B4-BE49-F238E27FC236}">
                <a16:creationId xmlns:a16="http://schemas.microsoft.com/office/drawing/2014/main" id="{31C82E69-BB25-4AAC-AA30-A8754A6E9175}"/>
              </a:ext>
            </a:extLst>
          </p:cNvPr>
          <p:cNvSpPr>
            <a:spLocks noGrp="1"/>
          </p:cNvSpPr>
          <p:nvPr>
            <p:ph type="ftr" sz="quarter" idx="11"/>
          </p:nvPr>
        </p:nvSpPr>
        <p:spPr/>
        <p:txBody>
          <a:bodyPr/>
          <a:lstStyle/>
          <a:p>
            <a:r>
              <a:rPr lang="en-IN" dirty="0"/>
              <a:t>BATCH NO:  58    DEPARTMENT OF COMPUTER SCIENCE &amp; ENGINEERING</a:t>
            </a:r>
          </a:p>
        </p:txBody>
      </p:sp>
      <p:sp>
        <p:nvSpPr>
          <p:cNvPr id="6" name="Slide Number Placeholder 5">
            <a:extLst>
              <a:ext uri="{FF2B5EF4-FFF2-40B4-BE49-F238E27FC236}">
                <a16:creationId xmlns:a16="http://schemas.microsoft.com/office/drawing/2014/main" id="{0E605F8D-3311-49C6-B9F9-A80CF5CA9E36}"/>
              </a:ext>
            </a:extLst>
          </p:cNvPr>
          <p:cNvSpPr>
            <a:spLocks noGrp="1"/>
          </p:cNvSpPr>
          <p:nvPr>
            <p:ph type="sldNum" sz="quarter" idx="12"/>
          </p:nvPr>
        </p:nvSpPr>
        <p:spPr/>
        <p:txBody>
          <a:bodyPr/>
          <a:lstStyle/>
          <a:p>
            <a:fld id="{669AD40C-E5A7-4132-A31D-54A4D1BB6E89}" type="slidenum">
              <a:rPr lang="en-IN" smtClean="0"/>
              <a:t>29</a:t>
            </a:fld>
            <a:endParaRPr lang="en-IN" dirty="0"/>
          </a:p>
        </p:txBody>
      </p:sp>
      <p:pic>
        <p:nvPicPr>
          <p:cNvPr id="7" name="Picture 6">
            <a:extLst>
              <a:ext uri="{FF2B5EF4-FFF2-40B4-BE49-F238E27FC236}">
                <a16:creationId xmlns:a16="http://schemas.microsoft.com/office/drawing/2014/main" id="{822B54D0-61F7-4916-9417-BE00C97DDBB8}"/>
              </a:ext>
            </a:extLst>
          </p:cNvPr>
          <p:cNvPicPr>
            <a:picLocks noChangeAspect="1"/>
          </p:cNvPicPr>
          <p:nvPr/>
        </p:nvPicPr>
        <p:blipFill>
          <a:blip r:embed="rId2"/>
          <a:stretch>
            <a:fillRect/>
          </a:stretch>
        </p:blipFill>
        <p:spPr>
          <a:xfrm>
            <a:off x="1154134" y="1321887"/>
            <a:ext cx="6835732" cy="4214225"/>
          </a:xfrm>
          <a:prstGeom prst="rect">
            <a:avLst/>
          </a:prstGeom>
        </p:spPr>
      </p:pic>
    </p:spTree>
    <p:extLst>
      <p:ext uri="{BB962C8B-B14F-4D97-AF65-F5344CB8AC3E}">
        <p14:creationId xmlns:p14="http://schemas.microsoft.com/office/powerpoint/2010/main" val="4003830333"/>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D20000A-9B12-4D30-B067-6A0B249BAAD5}"/>
              </a:ext>
            </a:extLst>
          </p:cNvPr>
          <p:cNvSpPr>
            <a:spLocks noGrp="1"/>
          </p:cNvSpPr>
          <p:nvPr>
            <p:ph type="title"/>
          </p:nvPr>
        </p:nvSpPr>
        <p:spPr/>
        <p:txBody>
          <a:bodyPr>
            <a:normAutofit/>
          </a:bodyPr>
          <a:lstStyle/>
          <a:p>
            <a:pPr algn="l"/>
            <a:r>
              <a:rPr lang="en-IN" sz="2400" b="1" dirty="0">
                <a:latin typeface="Times New Roman" panose="02020603050405020304" pitchFamily="18" charset="0"/>
                <a:cs typeface="Times New Roman" panose="02020603050405020304" pitchFamily="18" charset="0"/>
              </a:rPr>
              <a:t>INTERNSHIP CERTIFICATE</a:t>
            </a:r>
          </a:p>
        </p:txBody>
      </p:sp>
      <p:sp>
        <p:nvSpPr>
          <p:cNvPr id="4" name="Date Placeholder 3">
            <a:extLst>
              <a:ext uri="{FF2B5EF4-FFF2-40B4-BE49-F238E27FC236}">
                <a16:creationId xmlns:a16="http://schemas.microsoft.com/office/drawing/2014/main" id="{27F0A3BE-69FC-44CA-BC85-F094D57FCFE3}"/>
              </a:ext>
            </a:extLst>
          </p:cNvPr>
          <p:cNvSpPr>
            <a:spLocks noGrp="1"/>
          </p:cNvSpPr>
          <p:nvPr>
            <p:ph type="dt" sz="half"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526DEE5C-195B-4209-9085-526B148D6B3E}" type="datetime1">
              <a:rPr kumimoji="0" lang="en-IN" sz="1200" b="0" i="0" u="none" strike="noStrike" kern="1200" cap="none" spc="0" normalizeH="0" baseline="0" noProof="0" smtClean="0">
                <a:ln>
                  <a:noFill/>
                </a:ln>
                <a:solidFill>
                  <a:prstClr val="black">
                    <a:tint val="75000"/>
                  </a:prstClr>
                </a:solidFill>
                <a:effectLst/>
                <a:uLnTx/>
                <a:uFillTx/>
                <a:latin typeface="Calibri"/>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07-06-2022</a:t>
            </a:fld>
            <a:endParaRPr kumimoji="0" lang="en-IN" sz="1200" b="0" i="0" u="none" strike="noStrike" kern="1200" cap="none" spc="0" normalizeH="0" baseline="0" noProof="0">
              <a:ln>
                <a:noFill/>
              </a:ln>
              <a:solidFill>
                <a:prstClr val="black">
                  <a:tint val="75000"/>
                </a:prstClr>
              </a:solidFill>
              <a:effectLst/>
              <a:uLnTx/>
              <a:uFillTx/>
              <a:latin typeface="Calibri"/>
              <a:ea typeface="+mn-ea"/>
              <a:cs typeface="+mn-cs"/>
            </a:endParaRPr>
          </a:p>
        </p:txBody>
      </p:sp>
      <p:sp>
        <p:nvSpPr>
          <p:cNvPr id="5" name="Footer Placeholder 4">
            <a:extLst>
              <a:ext uri="{FF2B5EF4-FFF2-40B4-BE49-F238E27FC236}">
                <a16:creationId xmlns:a16="http://schemas.microsoft.com/office/drawing/2014/main" id="{194CC9B3-5BCF-423D-A9BC-55D1BC531CCC}"/>
              </a:ext>
            </a:extLst>
          </p:cNvPr>
          <p:cNvSpPr>
            <a:spLocks noGrp="1"/>
          </p:cNvSpPr>
          <p:nvPr>
            <p:ph type="ftr" sz="quarter" idx="11"/>
          </p:nvPr>
        </p:nvSpPr>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IN" sz="1200" b="0" i="0" u="none" strike="noStrike" kern="1200" cap="none" spc="0" normalizeH="0" baseline="0" noProof="0">
                <a:ln>
                  <a:noFill/>
                </a:ln>
                <a:solidFill>
                  <a:prstClr val="black">
                    <a:tint val="75000"/>
                  </a:prstClr>
                </a:solidFill>
                <a:effectLst/>
                <a:uLnTx/>
                <a:uFillTx/>
                <a:latin typeface="Calibri"/>
                <a:ea typeface="+mn-ea"/>
                <a:cs typeface="+mn-cs"/>
              </a:rPr>
              <a:t>BATCH NO:     DEPARTMENT OF COMPUTER SCIENCE &amp; ENGINEERING</a:t>
            </a:r>
          </a:p>
        </p:txBody>
      </p:sp>
      <p:sp>
        <p:nvSpPr>
          <p:cNvPr id="6" name="Slide Number Placeholder 5">
            <a:extLst>
              <a:ext uri="{FF2B5EF4-FFF2-40B4-BE49-F238E27FC236}">
                <a16:creationId xmlns:a16="http://schemas.microsoft.com/office/drawing/2014/main" id="{2EB6B389-8674-4863-B0C7-43FA21413C39}"/>
              </a:ext>
            </a:extLst>
          </p:cNvPr>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669AD40C-E5A7-4132-A31D-54A4D1BB6E89}" type="slidenum">
              <a:rPr kumimoji="0" lang="en-IN" sz="1200" b="0" i="0" u="none" strike="noStrike" kern="1200" cap="none" spc="0" normalizeH="0" baseline="0" noProof="0" smtClean="0">
                <a:ln>
                  <a:noFill/>
                </a:ln>
                <a:solidFill>
                  <a:prstClr val="black">
                    <a:tint val="75000"/>
                  </a:prstClr>
                </a:solidFill>
                <a:effectLst/>
                <a:uLnTx/>
                <a:uFillTx/>
                <a:latin typeface="Calibri"/>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30</a:t>
            </a:fld>
            <a:endParaRPr kumimoji="0" lang="en-IN" sz="1200" b="0" i="0" u="none" strike="noStrike" kern="1200" cap="none" spc="0" normalizeH="0" baseline="0" noProof="0">
              <a:ln>
                <a:noFill/>
              </a:ln>
              <a:solidFill>
                <a:prstClr val="black">
                  <a:tint val="75000"/>
                </a:prstClr>
              </a:solidFill>
              <a:effectLst/>
              <a:uLnTx/>
              <a:uFillTx/>
              <a:latin typeface="Calibri"/>
              <a:ea typeface="+mn-ea"/>
              <a:cs typeface="+mn-cs"/>
            </a:endParaRPr>
          </a:p>
        </p:txBody>
      </p:sp>
      <p:pic>
        <p:nvPicPr>
          <p:cNvPr id="10" name="Picture 9">
            <a:extLst>
              <a:ext uri="{FF2B5EF4-FFF2-40B4-BE49-F238E27FC236}">
                <a16:creationId xmlns:a16="http://schemas.microsoft.com/office/drawing/2014/main" id="{C311B249-B145-5E1D-C5CF-A2F55896B74F}"/>
              </a:ext>
            </a:extLst>
          </p:cNvPr>
          <p:cNvPicPr>
            <a:picLocks noChangeAspect="1"/>
          </p:cNvPicPr>
          <p:nvPr/>
        </p:nvPicPr>
        <p:blipFill>
          <a:blip r:embed="rId2"/>
          <a:stretch>
            <a:fillRect/>
          </a:stretch>
        </p:blipFill>
        <p:spPr>
          <a:xfrm>
            <a:off x="4575048" y="1143000"/>
            <a:ext cx="3132596" cy="4911222"/>
          </a:xfrm>
          <a:prstGeom prst="rect">
            <a:avLst/>
          </a:prstGeom>
        </p:spPr>
      </p:pic>
      <p:pic>
        <p:nvPicPr>
          <p:cNvPr id="11" name="Content Placeholder 10">
            <a:extLst>
              <a:ext uri="{FF2B5EF4-FFF2-40B4-BE49-F238E27FC236}">
                <a16:creationId xmlns:a16="http://schemas.microsoft.com/office/drawing/2014/main" id="{FBDB6DB2-4BA6-9EFB-B45E-BD4D1BC85498}"/>
              </a:ext>
            </a:extLst>
          </p:cNvPr>
          <p:cNvPicPr>
            <a:picLocks noGrp="1" noChangeAspect="1"/>
          </p:cNvPicPr>
          <p:nvPr>
            <p:ph idx="1"/>
          </p:nvPr>
        </p:nvPicPr>
        <p:blipFill>
          <a:blip r:embed="rId3">
            <a:extLst>
              <a:ext uri="{28A0092B-C50C-407E-A947-70E740481C1C}">
                <a14:useLocalDpi xmlns:a14="http://schemas.microsoft.com/office/drawing/2010/main" val="0"/>
              </a:ext>
            </a:extLst>
          </a:blip>
          <a:stretch>
            <a:fillRect/>
          </a:stretch>
        </p:blipFill>
        <p:spPr>
          <a:xfrm>
            <a:off x="861750" y="1216539"/>
            <a:ext cx="3548169" cy="5038782"/>
          </a:xfrm>
        </p:spPr>
      </p:pic>
      <p:pic>
        <p:nvPicPr>
          <p:cNvPr id="13" name="Picture 12">
            <a:extLst>
              <a:ext uri="{FF2B5EF4-FFF2-40B4-BE49-F238E27FC236}">
                <a16:creationId xmlns:a16="http://schemas.microsoft.com/office/drawing/2014/main" id="{BF4A5CCD-078C-4014-9643-49ACC49B1151}"/>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4375753" y="1153271"/>
            <a:ext cx="3331891" cy="4722176"/>
          </a:xfrm>
          <a:prstGeom prst="rect">
            <a:avLst/>
          </a:prstGeom>
        </p:spPr>
      </p:pic>
    </p:spTree>
    <p:extLst>
      <p:ext uri="{BB962C8B-B14F-4D97-AF65-F5344CB8AC3E}">
        <p14:creationId xmlns:p14="http://schemas.microsoft.com/office/powerpoint/2010/main" val="122787970"/>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716AEB1-608E-DC00-92B4-03B6DB57816D}"/>
              </a:ext>
            </a:extLst>
          </p:cNvPr>
          <p:cNvSpPr>
            <a:spLocks noGrp="1"/>
          </p:cNvSpPr>
          <p:nvPr>
            <p:ph type="title"/>
          </p:nvPr>
        </p:nvSpPr>
        <p:spPr/>
        <p:txBody>
          <a:bodyPr>
            <a:normAutofit/>
          </a:bodyPr>
          <a:lstStyle/>
          <a:p>
            <a:pPr algn="l"/>
            <a:r>
              <a:rPr lang="en-IN" sz="2400" b="1" dirty="0">
                <a:latin typeface="Times New Roman" panose="02020603050405020304" pitchFamily="18" charset="0"/>
                <a:cs typeface="Times New Roman" panose="02020603050405020304" pitchFamily="18" charset="0"/>
              </a:rPr>
              <a:t>POSTER PRESENTATION</a:t>
            </a:r>
          </a:p>
        </p:txBody>
      </p:sp>
      <p:pic>
        <p:nvPicPr>
          <p:cNvPr id="8" name="Content Placeholder 7">
            <a:extLst>
              <a:ext uri="{FF2B5EF4-FFF2-40B4-BE49-F238E27FC236}">
                <a16:creationId xmlns:a16="http://schemas.microsoft.com/office/drawing/2014/main" id="{63DF6B09-18D9-1FC9-83AF-1F783DCCCD22}"/>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rot="5400000">
            <a:off x="2286118" y="-620569"/>
            <a:ext cx="4571760" cy="9144001"/>
          </a:xfrm>
        </p:spPr>
      </p:pic>
      <p:sp>
        <p:nvSpPr>
          <p:cNvPr id="4" name="Date Placeholder 3">
            <a:extLst>
              <a:ext uri="{FF2B5EF4-FFF2-40B4-BE49-F238E27FC236}">
                <a16:creationId xmlns:a16="http://schemas.microsoft.com/office/drawing/2014/main" id="{A725536A-583C-AB11-E109-4D5612B8137B}"/>
              </a:ext>
            </a:extLst>
          </p:cNvPr>
          <p:cNvSpPr>
            <a:spLocks noGrp="1"/>
          </p:cNvSpPr>
          <p:nvPr>
            <p:ph type="dt" sz="half" idx="10"/>
          </p:nvPr>
        </p:nvSpPr>
        <p:spPr/>
        <p:txBody>
          <a:bodyPr/>
          <a:lstStyle/>
          <a:p>
            <a:fld id="{526DEE5C-195B-4209-9085-526B148D6B3E}" type="datetime1">
              <a:rPr lang="en-IN" smtClean="0"/>
              <a:t>07-06-2022</a:t>
            </a:fld>
            <a:endParaRPr lang="en-IN" dirty="0"/>
          </a:p>
        </p:txBody>
      </p:sp>
      <p:sp>
        <p:nvSpPr>
          <p:cNvPr id="5" name="Footer Placeholder 4">
            <a:extLst>
              <a:ext uri="{FF2B5EF4-FFF2-40B4-BE49-F238E27FC236}">
                <a16:creationId xmlns:a16="http://schemas.microsoft.com/office/drawing/2014/main" id="{A99413E9-5A44-C7E3-449C-DD559FE156C1}"/>
              </a:ext>
            </a:extLst>
          </p:cNvPr>
          <p:cNvSpPr>
            <a:spLocks noGrp="1"/>
          </p:cNvSpPr>
          <p:nvPr>
            <p:ph type="ftr" sz="quarter" idx="11"/>
          </p:nvPr>
        </p:nvSpPr>
        <p:spPr/>
        <p:txBody>
          <a:bodyPr/>
          <a:lstStyle/>
          <a:p>
            <a:r>
              <a:rPr lang="en-IN"/>
              <a:t>BATCH NO:  58    DEPARTMENT OF COMPUTER SCIENCE &amp; ENGINEERING</a:t>
            </a:r>
            <a:endParaRPr lang="en-IN" dirty="0"/>
          </a:p>
        </p:txBody>
      </p:sp>
      <p:sp>
        <p:nvSpPr>
          <p:cNvPr id="6" name="Slide Number Placeholder 5">
            <a:extLst>
              <a:ext uri="{FF2B5EF4-FFF2-40B4-BE49-F238E27FC236}">
                <a16:creationId xmlns:a16="http://schemas.microsoft.com/office/drawing/2014/main" id="{2F84914C-E798-86B1-6C55-DB800929B59E}"/>
              </a:ext>
            </a:extLst>
          </p:cNvPr>
          <p:cNvSpPr>
            <a:spLocks noGrp="1"/>
          </p:cNvSpPr>
          <p:nvPr>
            <p:ph type="sldNum" sz="quarter" idx="12"/>
          </p:nvPr>
        </p:nvSpPr>
        <p:spPr/>
        <p:txBody>
          <a:bodyPr/>
          <a:lstStyle/>
          <a:p>
            <a:fld id="{669AD40C-E5A7-4132-A31D-54A4D1BB6E89}" type="slidenum">
              <a:rPr lang="en-IN" smtClean="0"/>
              <a:t>31</a:t>
            </a:fld>
            <a:endParaRPr lang="en-IN" dirty="0"/>
          </a:p>
        </p:txBody>
      </p:sp>
    </p:spTree>
    <p:extLst>
      <p:ext uri="{BB962C8B-B14F-4D97-AF65-F5344CB8AC3E}">
        <p14:creationId xmlns:p14="http://schemas.microsoft.com/office/powerpoint/2010/main" val="1272571003"/>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827584" y="2198807"/>
            <a:ext cx="8229600" cy="4525963"/>
          </a:xfrm>
        </p:spPr>
        <p:txBody>
          <a:bodyPr>
            <a:normAutofit/>
          </a:bodyPr>
          <a:lstStyle/>
          <a:p>
            <a:pPr marL="0" indent="0">
              <a:buNone/>
            </a:pPr>
            <a:r>
              <a:rPr lang="en-GB" sz="8800" dirty="0">
                <a:latin typeface="Times New Roman" panose="02020603050405020304" pitchFamily="18" charset="0"/>
                <a:cs typeface="Times New Roman" panose="02020603050405020304" pitchFamily="18" charset="0"/>
              </a:rPr>
              <a:t>THANK YOU</a:t>
            </a:r>
            <a:endParaRPr lang="en-US" sz="8800" dirty="0">
              <a:latin typeface="Times New Roman" panose="02020603050405020304" pitchFamily="18" charset="0"/>
              <a:cs typeface="Times New Roman" panose="02020603050405020304" pitchFamily="18" charset="0"/>
            </a:endParaRPr>
          </a:p>
        </p:txBody>
      </p:sp>
      <p:sp>
        <p:nvSpPr>
          <p:cNvPr id="4" name="Date Placeholder 3"/>
          <p:cNvSpPr>
            <a:spLocks noGrp="1"/>
          </p:cNvSpPr>
          <p:nvPr>
            <p:ph type="dt" sz="half" idx="10"/>
          </p:nvPr>
        </p:nvSpPr>
        <p:spPr/>
        <p:txBody>
          <a:bodyPr/>
          <a:lstStyle/>
          <a:p>
            <a:fld id="{526DEE5C-195B-4209-9085-526B148D6B3E}" type="datetime1">
              <a:rPr lang="en-IN" smtClean="0"/>
              <a:t>07-06-2022</a:t>
            </a:fld>
            <a:endParaRPr lang="en-IN" dirty="0"/>
          </a:p>
        </p:txBody>
      </p:sp>
      <p:sp>
        <p:nvSpPr>
          <p:cNvPr id="5" name="Footer Placeholder 4"/>
          <p:cNvSpPr>
            <a:spLocks noGrp="1"/>
          </p:cNvSpPr>
          <p:nvPr>
            <p:ph type="ftr" sz="quarter" idx="11"/>
          </p:nvPr>
        </p:nvSpPr>
        <p:spPr/>
        <p:txBody>
          <a:bodyPr/>
          <a:lstStyle/>
          <a:p>
            <a:r>
              <a:rPr lang="en-IN" dirty="0"/>
              <a:t>BATCH NO:  58    DEPARTMENT OF COMPUTER SCIENCE &amp; ENGINEERING</a:t>
            </a:r>
          </a:p>
        </p:txBody>
      </p:sp>
      <p:sp>
        <p:nvSpPr>
          <p:cNvPr id="6" name="Slide Number Placeholder 5"/>
          <p:cNvSpPr>
            <a:spLocks noGrp="1"/>
          </p:cNvSpPr>
          <p:nvPr>
            <p:ph type="sldNum" sz="quarter" idx="12"/>
          </p:nvPr>
        </p:nvSpPr>
        <p:spPr/>
        <p:txBody>
          <a:bodyPr/>
          <a:lstStyle/>
          <a:p>
            <a:fld id="{669AD40C-E5A7-4132-A31D-54A4D1BB6E89}" type="slidenum">
              <a:rPr lang="en-IN" smtClean="0"/>
              <a:t>32</a:t>
            </a:fld>
            <a:endParaRPr lang="en-IN" dirty="0"/>
          </a:p>
        </p:txBody>
      </p:sp>
    </p:spTree>
    <p:extLst>
      <p:ext uri="{BB962C8B-B14F-4D97-AF65-F5344CB8AC3E}">
        <p14:creationId xmlns:p14="http://schemas.microsoft.com/office/powerpoint/2010/main" val="1437763146"/>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503</TotalTime>
  <Words>2141</Words>
  <Application>Microsoft Office PowerPoint</Application>
  <PresentationFormat>On-screen Show (4:3)</PresentationFormat>
  <Paragraphs>240</Paragraphs>
  <Slides>32</Slides>
  <Notes>1</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32</vt:i4>
      </vt:variant>
    </vt:vector>
  </HeadingPairs>
  <TitlesOfParts>
    <vt:vector size="37" baseType="lpstr">
      <vt:lpstr>Arial</vt:lpstr>
      <vt:lpstr>Calibri</vt:lpstr>
      <vt:lpstr>Times New Roman</vt:lpstr>
      <vt:lpstr>Wingdings</vt:lpstr>
      <vt:lpstr>Office Theme</vt:lpstr>
      <vt:lpstr>PowerPoint Presentation</vt:lpstr>
      <vt:lpstr>PowerPoint Presentation</vt:lpstr>
      <vt:lpstr>PowerPoint Presentation</vt:lpstr>
      <vt:lpstr>ABSTRACT</vt:lpstr>
      <vt:lpstr>OBJECTIVES </vt:lpstr>
      <vt:lpstr>INTRODUCTION</vt:lpstr>
      <vt:lpstr>LITERATURE REVIEW</vt:lpstr>
      <vt:lpstr>LITERATURE REVIEW</vt:lpstr>
      <vt:lpstr>LITERATURE REVIEW</vt:lpstr>
      <vt:lpstr>DESIGN AND METHODOLOGIES</vt:lpstr>
      <vt:lpstr>PowerPoint Presentation</vt:lpstr>
      <vt:lpstr>MODULE:1</vt:lpstr>
      <vt:lpstr>Step 2: Pre-Processing of data</vt:lpstr>
      <vt:lpstr>Step 3:Apply Machine Learning Algorithm and  Training the model</vt:lpstr>
      <vt:lpstr>Step 4:Get the Output</vt:lpstr>
      <vt:lpstr>STANDARDS &amp; POLICIES</vt:lpstr>
      <vt:lpstr>IMPLEMENTATION</vt:lpstr>
      <vt:lpstr>ARCHITECTURE DIAGRAM</vt:lpstr>
      <vt:lpstr>DATA FLOW DIAGRAM</vt:lpstr>
      <vt:lpstr>TESTING</vt:lpstr>
      <vt:lpstr>PowerPoint Presentation</vt:lpstr>
      <vt:lpstr>PowerPoint Presentation</vt:lpstr>
      <vt:lpstr>PowerPoint Presentation</vt:lpstr>
      <vt:lpstr>CONCLUSION</vt:lpstr>
      <vt:lpstr>FUTURE ENHANCEMENTS</vt:lpstr>
      <vt:lpstr>WEB REFERENCES/VIDEO LINKS</vt:lpstr>
      <vt:lpstr>REFERENCES</vt:lpstr>
      <vt:lpstr>REFERENCES</vt:lpstr>
      <vt:lpstr>PLAGIARISM REPORT OF PPT</vt:lpstr>
      <vt:lpstr>INTERNSHIP CERTIFICATE</vt:lpstr>
      <vt:lpstr>POSTER PRESENTATION</vt:lpstr>
      <vt:lpstr>PowerPoint Presentation</vt:lpstr>
    </vt:vector>
  </TitlesOfParts>
  <Company>Hewlett-Packard</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Ashok Vijay</dc:creator>
  <cp:lastModifiedBy>SAHITH REDDY</cp:lastModifiedBy>
  <cp:revision>32</cp:revision>
  <dcterms:created xsi:type="dcterms:W3CDTF">2020-03-05T03:47:09Z</dcterms:created>
  <dcterms:modified xsi:type="dcterms:W3CDTF">2022-06-07T09:53:48Z</dcterms:modified>
</cp:coreProperties>
</file>